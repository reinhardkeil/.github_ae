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Lst>
  <p:notesMasterIdLst>
    <p:notesMasterId r:id="rId11"/>
  </p:notesMasterIdLst>
  <p:handoutMasterIdLst>
    <p:handoutMasterId r:id="rId12"/>
  </p:handoutMasterIdLst>
  <p:sldIdLst>
    <p:sldId id="2086971674" r:id="rId7"/>
    <p:sldId id="2147483646" r:id="rId8"/>
    <p:sldId id="258" r:id="rId9"/>
    <p:sldId id="2147483647" r:id="rId1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inhard Keil" initials="RK" lastIdx="16" clrIdx="0">
    <p:extLst>
      <p:ext uri="{19B8F6BF-5375-455C-9EA6-DF929625EA0E}">
        <p15:presenceInfo xmlns:p15="http://schemas.microsoft.com/office/powerpoint/2012/main" userId="S::Reinhard.Keil@arm.com::a74c14d9-6dde-4ffd-bc62-ceabab23c919" providerId="AD"/>
      </p:ext>
    </p:extLst>
  </p:cmAuthor>
  <p:cmAuthor id="2" name="Author" initials="A" lastIdx="2" clrIdx="1"/>
  <p:cmAuthor id="3" name="Stefano Cadario" initials="SC" lastIdx="2" clrIdx="2">
    <p:extLst>
      <p:ext uri="{19B8F6BF-5375-455C-9EA6-DF929625EA0E}">
        <p15:presenceInfo xmlns:p15="http://schemas.microsoft.com/office/powerpoint/2012/main" userId="S::Stefano.Cadario@arm.com::80442c5e-a86e-4e3c-a034-07962a038ecc" providerId="AD"/>
      </p:ext>
    </p:extLst>
  </p:cmAuthor>
  <p:cmAuthor id="4" name="Barbara Bengyel" initials="BB" lastIdx="3" clrIdx="3">
    <p:extLst>
      <p:ext uri="{19B8F6BF-5375-455C-9EA6-DF929625EA0E}">
        <p15:presenceInfo xmlns:p15="http://schemas.microsoft.com/office/powerpoint/2012/main" userId="S::barbara.bengyel@arm.com::e8b45ead-9f84-4a51-9340-10c649ecd5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3B7384"/>
    <a:srgbClr val="3F7587"/>
    <a:srgbClr val="638F9D"/>
    <a:srgbClr val="99B6BF"/>
    <a:srgbClr val="A1A4A3"/>
    <a:srgbClr val="7F7F7F"/>
    <a:srgbClr val="70A000"/>
    <a:srgbClr val="FF6B00"/>
    <a:srgbClr val="FF6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696" y="114"/>
      </p:cViewPr>
      <p:guideLst>
        <p:guide orient="horz" pos="2160"/>
        <p:guide pos="3840"/>
      </p:guideLst>
    </p:cSldViewPr>
  </p:slideViewPr>
  <p:notesTextViewPr>
    <p:cViewPr>
      <p:scale>
        <a:sx n="3" d="2"/>
        <a:sy n="3" d="2"/>
      </p:scale>
      <p:origin x="-6" y="-18"/>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viewProps" Target="viewProps.xml"/><Relationship Id="rId10" Type="http://schemas.openxmlformats.org/officeDocument/2006/relationships/slide" Target="slides/slide4.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5/29/2026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a:p>
        </p:txBody>
      </p:sp>
    </p:spTree>
    <p:extLst>
      <p:ext uri="{BB962C8B-B14F-4D97-AF65-F5344CB8AC3E}">
        <p14:creationId xmlns:p14="http://schemas.microsoft.com/office/powerpoint/2010/main" val="4293473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63EB0-13FD-9F10-F0D1-F2FC8EDA2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ED9E6-656F-B3A4-C725-9FCF9051A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120AC-D8BE-4C56-4C83-142D3A76035B}"/>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5374B6DF-0231-9F2E-7AB1-22DBB1FCAA0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18562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a:p>
        </p:txBody>
      </p:sp>
    </p:spTree>
    <p:extLst>
      <p:ext uri="{BB962C8B-B14F-4D97-AF65-F5344CB8AC3E}">
        <p14:creationId xmlns:p14="http://schemas.microsoft.com/office/powerpoint/2010/main" val="13432688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Section Divider slide">
    <p:bg>
      <p:bgPr>
        <a:solidFill>
          <a:schemeClr val="tx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764D7468-B6ED-8B46-A799-873C6CBB00E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6" name="Text Placeholder 28">
            <a:extLst>
              <a:ext uri="{FF2B5EF4-FFF2-40B4-BE49-F238E27FC236}">
                <a16:creationId xmlns:a16="http://schemas.microsoft.com/office/drawing/2014/main" id="{CBA493B4-A47A-AF4F-8961-DFC7E525A748}"/>
              </a:ext>
            </a:extLst>
          </p:cNvPr>
          <p:cNvSpPr>
            <a:spLocks noGrp="1"/>
          </p:cNvSpPr>
          <p:nvPr>
            <p:ph type="body" sz="quarter" idx="12" hasCustomPrompt="1"/>
          </p:nvPr>
        </p:nvSpPr>
        <p:spPr>
          <a:xfrm>
            <a:off x="6941131" y="5770761"/>
            <a:ext cx="4264272" cy="295077"/>
          </a:xfrm>
        </p:spPr>
        <p:txBody>
          <a:bodyPr anchor="t"/>
          <a:lstStyle>
            <a:lvl1pPr marL="0" indent="0" algn="r">
              <a:spcAft>
                <a:spcPts val="600"/>
              </a:spcAft>
              <a:buFontTx/>
              <a:buNone/>
              <a:defRPr sz="2000">
                <a:solidFill>
                  <a:schemeClr val="bg1"/>
                </a:solidFill>
              </a:defRPr>
            </a:lvl1pPr>
          </a:lstStyle>
          <a:p>
            <a:pPr lvl="0"/>
            <a:r>
              <a:rPr lang="en-US"/>
              <a:t>Author Name</a:t>
            </a:r>
          </a:p>
        </p:txBody>
      </p:sp>
      <p:sp>
        <p:nvSpPr>
          <p:cNvPr id="17" name="Text Placeholder 28">
            <a:extLst>
              <a:ext uri="{FF2B5EF4-FFF2-40B4-BE49-F238E27FC236}">
                <a16:creationId xmlns:a16="http://schemas.microsoft.com/office/drawing/2014/main" id="{CE333105-CFBC-7646-89A1-C700547214C0}"/>
              </a:ext>
            </a:extLst>
          </p:cNvPr>
          <p:cNvSpPr>
            <a:spLocks noGrp="1"/>
          </p:cNvSpPr>
          <p:nvPr>
            <p:ph type="body" sz="quarter" idx="13" hasCustomPrompt="1"/>
          </p:nvPr>
        </p:nvSpPr>
        <p:spPr>
          <a:xfrm>
            <a:off x="6941131" y="6080641"/>
            <a:ext cx="4264272" cy="301109"/>
          </a:xfrm>
        </p:spPr>
        <p:txBody>
          <a:bodyPr anchor="t"/>
          <a:lstStyle>
            <a:lvl1pPr marL="0" indent="0" algn="r">
              <a:spcAft>
                <a:spcPts val="600"/>
              </a:spcAft>
              <a:buFontTx/>
              <a:buNone/>
              <a:defRPr sz="2000">
                <a:solidFill>
                  <a:schemeClr val="bg1"/>
                </a:solidFill>
              </a:defRPr>
            </a:lvl1pPr>
          </a:lstStyle>
          <a:p>
            <a:pPr lvl="0"/>
            <a:r>
              <a:rPr lang="en-US"/>
              <a:t>Date</a:t>
            </a:r>
          </a:p>
        </p:txBody>
      </p:sp>
      <p:sp>
        <p:nvSpPr>
          <p:cNvPr id="18" name="Title 1">
            <a:extLst>
              <a:ext uri="{FF2B5EF4-FFF2-40B4-BE49-F238E27FC236}">
                <a16:creationId xmlns:a16="http://schemas.microsoft.com/office/drawing/2014/main" id="{B82DC592-EAC9-634F-9EE1-EDC89A262412}"/>
              </a:ext>
            </a:extLst>
          </p:cNvPr>
          <p:cNvSpPr>
            <a:spLocks noGrp="1"/>
          </p:cNvSpPr>
          <p:nvPr>
            <p:ph type="title" hasCustomPrompt="1"/>
          </p:nvPr>
        </p:nvSpPr>
        <p:spPr>
          <a:xfrm>
            <a:off x="5016499" y="1207042"/>
            <a:ext cx="6192840" cy="2574186"/>
          </a:xfrm>
        </p:spPr>
        <p:txBody>
          <a:bodyPr anchor="t" anchorCtr="0"/>
          <a:lstStyle>
            <a:lvl1pPr algn="r">
              <a:lnSpc>
                <a:spcPct val="85000"/>
              </a:lnSpc>
              <a:defRPr sz="5000" b="0" spc="-100" baseline="0">
                <a:solidFill>
                  <a:schemeClr val="bg1"/>
                </a:solidFill>
              </a:defRPr>
            </a:lvl1pPr>
          </a:lstStyle>
          <a:p>
            <a:r>
              <a:rPr lang="en-US"/>
              <a:t>Click to Edit </a:t>
            </a:r>
            <a:br>
              <a:rPr lang="en-US"/>
            </a:br>
            <a:r>
              <a:rPr lang="en-US"/>
              <a:t>Master Title Style</a:t>
            </a:r>
            <a:br>
              <a:rPr lang="en-US"/>
            </a:br>
            <a:r>
              <a:rPr lang="en-US"/>
              <a:t>Line 3</a:t>
            </a:r>
            <a:br>
              <a:rPr lang="en-US"/>
            </a:br>
            <a:r>
              <a:rPr lang="en-US"/>
              <a:t>Line 4</a:t>
            </a:r>
          </a:p>
        </p:txBody>
      </p:sp>
      <p:sp>
        <p:nvSpPr>
          <p:cNvPr id="19" name="Text Placeholder 3">
            <a:extLst>
              <a:ext uri="{FF2B5EF4-FFF2-40B4-BE49-F238E27FC236}">
                <a16:creationId xmlns:a16="http://schemas.microsoft.com/office/drawing/2014/main" id="{767D5806-7916-AE44-A8CA-0060927C5E56}"/>
              </a:ext>
            </a:extLst>
          </p:cNvPr>
          <p:cNvSpPr>
            <a:spLocks noGrp="1"/>
          </p:cNvSpPr>
          <p:nvPr>
            <p:ph type="body" sz="quarter" idx="14"/>
          </p:nvPr>
        </p:nvSpPr>
        <p:spPr>
          <a:xfrm>
            <a:off x="5016499" y="788740"/>
            <a:ext cx="6192839" cy="289871"/>
          </a:xfrm>
        </p:spPr>
        <p:txBody>
          <a:bodyPr/>
          <a:lstStyle>
            <a:lvl1pPr marL="0" indent="0" algn="r">
              <a:buNone/>
              <a:defRPr sz="2400" baseline="0">
                <a:solidFill>
                  <a:schemeClr val="bg1"/>
                </a:solidFill>
              </a:defRPr>
            </a:lvl1pPr>
          </a:lstStyle>
          <a:p>
            <a:pPr lvl="0"/>
            <a:r>
              <a:rPr lang="en-US"/>
              <a:t>Click to edit Master text styles</a:t>
            </a:r>
          </a:p>
        </p:txBody>
      </p:sp>
      <p:sp>
        <p:nvSpPr>
          <p:cNvPr id="20" name="Subtitle 2">
            <a:extLst>
              <a:ext uri="{FF2B5EF4-FFF2-40B4-BE49-F238E27FC236}">
                <a16:creationId xmlns:a16="http://schemas.microsoft.com/office/drawing/2014/main" id="{200936EE-7EE0-D441-851D-618ACC029F66}"/>
              </a:ext>
            </a:extLst>
          </p:cNvPr>
          <p:cNvSpPr>
            <a:spLocks noGrp="1"/>
          </p:cNvSpPr>
          <p:nvPr>
            <p:ph type="subTitle" idx="1"/>
          </p:nvPr>
        </p:nvSpPr>
        <p:spPr>
          <a:xfrm>
            <a:off x="5016498" y="3973626"/>
            <a:ext cx="6192840" cy="702444"/>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a:p>
        </p:txBody>
      </p:sp>
      <p:pic>
        <p:nvPicPr>
          <p:cNvPr id="15" name="Picture 14" descr="A picture containing building, drawing&#10;&#10;Description automatically generated">
            <a:extLst>
              <a:ext uri="{FF2B5EF4-FFF2-40B4-BE49-F238E27FC236}">
                <a16:creationId xmlns:a16="http://schemas.microsoft.com/office/drawing/2014/main" id="{3DE2A1EC-11A7-6C45-AE97-813BACFCF8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13" name="TextBox 20">
            <a:extLst>
              <a:ext uri="{FF2B5EF4-FFF2-40B4-BE49-F238E27FC236}">
                <a16:creationId xmlns:a16="http://schemas.microsoft.com/office/drawing/2014/main" id="{3292D234-E25F-7F41-ABB8-C75FCF5CD524}"/>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a:solidFill>
                  <a:schemeClr val="bg2"/>
                </a:solidFill>
              </a:rPr>
              <a:t>© 2021 Arm</a:t>
            </a:r>
            <a:endParaRPr lang="en-US" altLang="en-US" sz="1000">
              <a:solidFill>
                <a:schemeClr val="bg2"/>
              </a:solidFill>
            </a:endParaRPr>
          </a:p>
        </p:txBody>
      </p:sp>
    </p:spTree>
    <p:extLst>
      <p:ext uri="{BB962C8B-B14F-4D97-AF65-F5344CB8AC3E}">
        <p14:creationId xmlns:p14="http://schemas.microsoft.com/office/powerpoint/2010/main" val="2409490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3223CC0-C7A1-BC40-9A1F-09EBC27A25E6}"/>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Title 1">
            <a:extLst>
              <a:ext uri="{FF2B5EF4-FFF2-40B4-BE49-F238E27FC236}">
                <a16:creationId xmlns:a16="http://schemas.microsoft.com/office/drawing/2014/main" id="{A0CD7DAB-58BC-C442-ABC0-6D7414DFC22E}"/>
              </a:ext>
            </a:extLst>
          </p:cNvPr>
          <p:cNvSpPr>
            <a:spLocks noGrp="1"/>
          </p:cNvSpPr>
          <p:nvPr>
            <p:ph type="title" hasCustomPrompt="1"/>
          </p:nvPr>
        </p:nvSpPr>
        <p:spPr>
          <a:xfrm>
            <a:off x="5016499" y="1207042"/>
            <a:ext cx="6192840" cy="2574186"/>
          </a:xfrm>
        </p:spPr>
        <p:txBody>
          <a:bodyPr anchor="t" anchorCtr="0"/>
          <a:lstStyle>
            <a:lvl1pPr algn="r">
              <a:lnSpc>
                <a:spcPct val="85000"/>
              </a:lnSpc>
              <a:defRPr sz="5000" b="0" spc="-100" baseline="0">
                <a:solidFill>
                  <a:schemeClr val="bg1"/>
                </a:solidFill>
              </a:defRPr>
            </a:lvl1pPr>
          </a:lstStyle>
          <a:p>
            <a:r>
              <a:rPr lang="en-US"/>
              <a:t>Click to Edit </a:t>
            </a:r>
            <a:br>
              <a:rPr lang="en-US"/>
            </a:br>
            <a:r>
              <a:rPr lang="en-US"/>
              <a:t>Divider Page Title</a:t>
            </a:r>
            <a:br>
              <a:rPr lang="en-US"/>
            </a:br>
            <a:r>
              <a:rPr lang="en-US"/>
              <a:t>Line 3</a:t>
            </a:r>
            <a:br>
              <a:rPr lang="en-US"/>
            </a:br>
            <a:r>
              <a:rPr lang="en-US"/>
              <a:t>Line 4</a:t>
            </a:r>
          </a:p>
        </p:txBody>
      </p:sp>
      <p:sp>
        <p:nvSpPr>
          <p:cNvPr id="7" name="Subtitle 2">
            <a:extLst>
              <a:ext uri="{FF2B5EF4-FFF2-40B4-BE49-F238E27FC236}">
                <a16:creationId xmlns:a16="http://schemas.microsoft.com/office/drawing/2014/main" id="{9CDE2EBD-0FA3-D24B-AC33-4F98A57EE244}"/>
              </a:ext>
            </a:extLst>
          </p:cNvPr>
          <p:cNvSpPr>
            <a:spLocks noGrp="1"/>
          </p:cNvSpPr>
          <p:nvPr>
            <p:ph type="subTitle" idx="1"/>
          </p:nvPr>
        </p:nvSpPr>
        <p:spPr>
          <a:xfrm>
            <a:off x="5016498" y="3973626"/>
            <a:ext cx="6192840" cy="702444"/>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a:p>
        </p:txBody>
      </p:sp>
      <p:pic>
        <p:nvPicPr>
          <p:cNvPr id="11" name="Picture 10" descr="A picture containing building, drawing&#10;&#10;Description automatically generated">
            <a:extLst>
              <a:ext uri="{FF2B5EF4-FFF2-40B4-BE49-F238E27FC236}">
                <a16:creationId xmlns:a16="http://schemas.microsoft.com/office/drawing/2014/main" id="{FF51B5E8-1A64-CC4C-8297-18A3B49396C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10" name="TextBox 20">
            <a:extLst>
              <a:ext uri="{FF2B5EF4-FFF2-40B4-BE49-F238E27FC236}">
                <a16:creationId xmlns:a16="http://schemas.microsoft.com/office/drawing/2014/main" id="{CF3F483E-C28F-8C43-8AF4-54DEBAF1D61F}"/>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Tree>
    <p:extLst>
      <p:ext uri="{BB962C8B-B14F-4D97-AF65-F5344CB8AC3E}">
        <p14:creationId xmlns:p14="http://schemas.microsoft.com/office/powerpoint/2010/main" val="1313727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a:t>Click to Edit Master Title Style</a:t>
            </a:r>
          </a:p>
        </p:txBody>
      </p:sp>
      <p:sp>
        <p:nvSpPr>
          <p:cNvPr id="4" name="Text Placeholder 2"/>
          <p:cNvSpPr>
            <a:spLocks noGrp="1"/>
          </p:cNvSpPr>
          <p:nvPr>
            <p:ph idx="1" hasCustomPrompt="1"/>
          </p:nvPr>
        </p:nvSpPr>
        <p:spPr>
          <a:xfrm>
            <a:off x="479425" y="1171111"/>
            <a:ext cx="11233150" cy="494833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Click to edit Master text styles with Top Level Bullet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nchor="t"/>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554489"/>
            <a:ext cx="11233150" cy="455323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a:lnSpc>
                <a:spcPct val="100000"/>
              </a:lnSpc>
              <a:spcAft>
                <a:spcPts val="0"/>
              </a:spcAft>
              <a:buClr>
                <a:schemeClr val="accent1"/>
              </a:buClr>
              <a:defRPr sz="2000">
                <a:solidFill>
                  <a:schemeClr val="tx2"/>
                </a:solidFill>
              </a:defRPr>
            </a:lvl2pPr>
            <a:lvl3pPr>
              <a:lnSpc>
                <a:spcPct val="100000"/>
              </a:lnSpc>
              <a:spcAft>
                <a:spcPts val="0"/>
              </a:spcAft>
              <a:buClr>
                <a:schemeClr val="accent1"/>
              </a:buClr>
              <a:defRPr>
                <a:solidFill>
                  <a:schemeClr val="tx2"/>
                </a:solidFill>
              </a:defRPr>
            </a:lvl3pPr>
            <a:lvl4pPr>
              <a:lnSpc>
                <a:spcPct val="100000"/>
              </a:lnSpc>
              <a:spcAft>
                <a:spcPts val="0"/>
              </a:spcAft>
              <a:buClr>
                <a:schemeClr val="accent1"/>
              </a:buClr>
              <a:defRPr>
                <a:solidFill>
                  <a:schemeClr val="tx2"/>
                </a:solidFill>
              </a:defRPr>
            </a:lvl4pPr>
            <a:lvl5pPr>
              <a:lnSpc>
                <a:spcPct val="100000"/>
              </a:lnSpc>
              <a:spcAft>
                <a:spcPts val="0"/>
              </a:spcAft>
              <a:buClr>
                <a:schemeClr val="accent1"/>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2621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9795D2F-D322-4144-8DA8-55D6A2942740}"/>
              </a:ext>
            </a:extLst>
          </p:cNvPr>
          <p:cNvCxnSpPr>
            <a:cxnSpLocks/>
          </p:cNvCxnSpPr>
          <p:nvPr userDrawn="1"/>
        </p:nvCxnSpPr>
        <p:spPr bwMode="auto">
          <a:xfrm>
            <a:off x="4148138"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4D2EAD-40A5-4C0B-900F-916EB19FF748}"/>
              </a:ext>
            </a:extLst>
          </p:cNvPr>
          <p:cNvCxnSpPr>
            <a:cxnSpLocks/>
          </p:cNvCxnSpPr>
          <p:nvPr userDrawn="1"/>
        </p:nvCxnSpPr>
        <p:spPr bwMode="auto">
          <a:xfrm>
            <a:off x="8051800"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userDrawn="1">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userDrawn="1">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7" name="Text Placeholder 2"/>
          <p:cNvSpPr>
            <a:spLocks noGrp="1"/>
          </p:cNvSpPr>
          <p:nvPr userDrawn="1">
            <p:ph idx="1"/>
          </p:nvPr>
        </p:nvSpPr>
        <p:spPr>
          <a:xfrm>
            <a:off x="479426" y="2373786"/>
            <a:ext cx="3372644"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Click to edit Master text styles</a:t>
            </a:r>
          </a:p>
          <a:p>
            <a:pPr lvl="1"/>
            <a:r>
              <a:rPr lang="en-US"/>
              <a:t>Second level</a:t>
            </a:r>
          </a:p>
        </p:txBody>
      </p:sp>
      <p:sp>
        <p:nvSpPr>
          <p:cNvPr id="100" name="Text Placeholder 131"/>
          <p:cNvSpPr>
            <a:spLocks noGrp="1"/>
          </p:cNvSpPr>
          <p:nvPr userDrawn="1">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13" name="Text Placeholder 2"/>
          <p:cNvSpPr>
            <a:spLocks noGrp="1"/>
          </p:cNvSpPr>
          <p:nvPr userDrawn="1">
            <p:ph idx="17"/>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4" name="Text Placeholder 2"/>
          <p:cNvSpPr>
            <a:spLocks noGrp="1"/>
          </p:cNvSpPr>
          <p:nvPr userDrawn="1">
            <p:ph idx="18"/>
          </p:nvPr>
        </p:nvSpPr>
        <p:spPr>
          <a:xfrm>
            <a:off x="8300113" y="2373786"/>
            <a:ext cx="3412462"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5" name="Text Placeholder 131"/>
          <p:cNvSpPr>
            <a:spLocks noGrp="1"/>
          </p:cNvSpPr>
          <p:nvPr userDrawn="1">
            <p:ph type="body" sz="quarter" idx="19" hasCustomPrompt="1"/>
          </p:nvPr>
        </p:nvSpPr>
        <p:spPr>
          <a:xfrm>
            <a:off x="4419997"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16" name="Text Placeholder 131"/>
          <p:cNvSpPr>
            <a:spLocks noGrp="1"/>
          </p:cNvSpPr>
          <p:nvPr userDrawn="1">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9" name="Content Placeholder 8"/>
          <p:cNvSpPr>
            <a:spLocks noGrp="1"/>
          </p:cNvSpPr>
          <p:nvPr>
            <p:ph sz="quarter" idx="21"/>
          </p:nvPr>
        </p:nvSpPr>
        <p:spPr>
          <a:xfrm>
            <a:off x="8299119" y="2372564"/>
            <a:ext cx="3413455"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grpSp>
        <p:nvGrpSpPr>
          <p:cNvPr id="36" name="Group 6">
            <a:extLst>
              <a:ext uri="{FF2B5EF4-FFF2-40B4-BE49-F238E27FC236}">
                <a16:creationId xmlns:a16="http://schemas.microsoft.com/office/drawing/2014/main" id="{CCE81F77-7204-0241-970A-63C43B1D7B80}"/>
              </a:ext>
            </a:extLst>
          </p:cNvPr>
          <p:cNvGrpSpPr>
            <a:grpSpLocks/>
          </p:cNvGrpSpPr>
          <p:nvPr userDrawn="1"/>
        </p:nvGrpSpPr>
        <p:grpSpPr bwMode="auto">
          <a:xfrm>
            <a:off x="4148138" y="1611050"/>
            <a:ext cx="3903662" cy="4448438"/>
            <a:chOff x="3706307" y="1883391"/>
            <a:chExt cx="3803176" cy="4472959"/>
          </a:xfrm>
        </p:grpSpPr>
        <p:cxnSp>
          <p:nvCxnSpPr>
            <p:cNvPr id="37" name="Straight Connector 36">
              <a:extLst>
                <a:ext uri="{FF2B5EF4-FFF2-40B4-BE49-F238E27FC236}">
                  <a16:creationId xmlns:a16="http://schemas.microsoft.com/office/drawing/2014/main" id="{7266E339-1F3B-8E41-B64F-AA6A42EDF799}"/>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22B3030-62BD-3440-A850-5C6E7CCDD54A}"/>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0" name="Text Placeholder 131">
            <a:extLst>
              <a:ext uri="{FF2B5EF4-FFF2-40B4-BE49-F238E27FC236}">
                <a16:creationId xmlns:a16="http://schemas.microsoft.com/office/drawing/2014/main" id="{B54BFFD1-D378-D841-B5DD-88788B48D029}"/>
              </a:ext>
            </a:extLst>
          </p:cNvPr>
          <p:cNvSpPr>
            <a:spLocks noGrp="1"/>
          </p:cNvSpPr>
          <p:nvPr>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3" name="Text Placeholder 131">
            <a:extLst>
              <a:ext uri="{FF2B5EF4-FFF2-40B4-BE49-F238E27FC236}">
                <a16:creationId xmlns:a16="http://schemas.microsoft.com/office/drawing/2014/main" id="{E3125198-F65A-8049-9D3E-A6AF258DAEBF}"/>
              </a:ext>
            </a:extLst>
          </p:cNvPr>
          <p:cNvSpPr>
            <a:spLocks noGrp="1"/>
          </p:cNvSpPr>
          <p:nvPr>
            <p:ph type="body" sz="quarter" idx="19" hasCustomPrompt="1"/>
          </p:nvPr>
        </p:nvSpPr>
        <p:spPr>
          <a:xfrm>
            <a:off x="4416192"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5" name="Text Placeholder 131">
            <a:extLst>
              <a:ext uri="{FF2B5EF4-FFF2-40B4-BE49-F238E27FC236}">
                <a16:creationId xmlns:a16="http://schemas.microsoft.com/office/drawing/2014/main" id="{7C8008EA-19DB-814F-9284-A055A2AB89CD}"/>
              </a:ext>
            </a:extLst>
          </p:cNvPr>
          <p:cNvSpPr>
            <a:spLocks noGrp="1"/>
          </p:cNvSpPr>
          <p:nvPr>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6" name="Content Placeholder 8">
            <a:extLst>
              <a:ext uri="{FF2B5EF4-FFF2-40B4-BE49-F238E27FC236}">
                <a16:creationId xmlns:a16="http://schemas.microsoft.com/office/drawing/2014/main" id="{DD4BA2E6-FACA-5C45-B75F-9327959A672A}"/>
              </a:ext>
            </a:extLst>
          </p:cNvPr>
          <p:cNvSpPr>
            <a:spLocks noGrp="1"/>
          </p:cNvSpPr>
          <p:nvPr>
            <p:ph sz="quarter" idx="22"/>
          </p:nvPr>
        </p:nvSpPr>
        <p:spPr>
          <a:xfrm>
            <a:off x="4415863"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47" name="Content Placeholder 8">
            <a:extLst>
              <a:ext uri="{FF2B5EF4-FFF2-40B4-BE49-F238E27FC236}">
                <a16:creationId xmlns:a16="http://schemas.microsoft.com/office/drawing/2014/main" id="{5AB0A5A2-CEF5-6E44-BACF-2C0296FE306B}"/>
              </a:ext>
            </a:extLst>
          </p:cNvPr>
          <p:cNvSpPr>
            <a:spLocks noGrp="1"/>
          </p:cNvSpPr>
          <p:nvPr>
            <p:ph sz="quarter" idx="23"/>
          </p:nvPr>
        </p:nvSpPr>
        <p:spPr>
          <a:xfrm>
            <a:off x="479425"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37187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55004" y="1631950"/>
            <a:ext cx="0" cy="444060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18" name="Text Placeholder 2"/>
          <p:cNvSpPr>
            <a:spLocks noGrp="1"/>
          </p:cNvSpPr>
          <p:nvPr>
            <p:ph idx="1"/>
          </p:nvPr>
        </p:nvSpPr>
        <p:spPr>
          <a:xfrm>
            <a:off x="479425" y="1631111"/>
            <a:ext cx="2619375" cy="444060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7" name="Content Placeholder 3"/>
          <p:cNvSpPr>
            <a:spLocks noGrp="1"/>
          </p:cNvSpPr>
          <p:nvPr>
            <p:ph sz="quarter" idx="21"/>
          </p:nvPr>
        </p:nvSpPr>
        <p:spPr>
          <a:xfrm>
            <a:off x="3416035" y="1631111"/>
            <a:ext cx="8296540" cy="4440603"/>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2999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C41881F-8B1A-4F78-926D-54E8F515C458}"/>
              </a:ext>
            </a:extLst>
          </p:cNvPr>
          <p:cNvCxnSpPr>
            <a:cxnSpLocks/>
          </p:cNvCxnSpPr>
          <p:nvPr userDrawn="1"/>
        </p:nvCxnSpPr>
        <p:spPr>
          <a:xfrm>
            <a:off x="8932863" y="1629287"/>
            <a:ext cx="0" cy="444326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Content Placeholder 5"/>
          <p:cNvSpPr>
            <a:spLocks noGrp="1"/>
          </p:cNvSpPr>
          <p:nvPr>
            <p:ph sz="quarter" idx="15"/>
          </p:nvPr>
        </p:nvSpPr>
        <p:spPr>
          <a:xfrm>
            <a:off x="9037637" y="1629597"/>
            <a:ext cx="2674937" cy="4443488"/>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8" name="Content Placeholder 3"/>
          <p:cNvSpPr>
            <a:spLocks noGrp="1"/>
          </p:cNvSpPr>
          <p:nvPr>
            <p:ph sz="quarter" idx="21"/>
          </p:nvPr>
        </p:nvSpPr>
        <p:spPr>
          <a:xfrm>
            <a:off x="479425" y="1629287"/>
            <a:ext cx="8348664" cy="4443267"/>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5949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Picture Placeholder 5"/>
          <p:cNvSpPr>
            <a:spLocks noGrp="1"/>
          </p:cNvSpPr>
          <p:nvPr>
            <p:ph type="pic" sz="quarter" idx="17"/>
          </p:nvPr>
        </p:nvSpPr>
        <p:spPr>
          <a:xfrm>
            <a:off x="3354388" y="1618445"/>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p>
        </p:txBody>
      </p:sp>
      <p:sp>
        <p:nvSpPr>
          <p:cNvPr id="104" name="Picture Placeholder 5"/>
          <p:cNvSpPr>
            <a:spLocks noGrp="1"/>
          </p:cNvSpPr>
          <p:nvPr>
            <p:ph type="pic" sz="quarter" idx="18"/>
          </p:nvPr>
        </p:nvSpPr>
        <p:spPr>
          <a:xfrm>
            <a:off x="3354388" y="3755872"/>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p>
        </p:txBody>
      </p:sp>
      <p:sp>
        <p:nvSpPr>
          <p:cNvPr id="105" name="Picture Placeholder 5"/>
          <p:cNvSpPr>
            <a:spLocks noGrp="1"/>
          </p:cNvSpPr>
          <p:nvPr>
            <p:ph type="pic" sz="quarter" idx="19"/>
          </p:nvPr>
        </p:nvSpPr>
        <p:spPr>
          <a:xfrm>
            <a:off x="9066213" y="1618445"/>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p>
        </p:txBody>
      </p:sp>
      <p:sp>
        <p:nvSpPr>
          <p:cNvPr id="106" name="Picture Placeholder 5"/>
          <p:cNvSpPr>
            <a:spLocks noGrp="1"/>
          </p:cNvSpPr>
          <p:nvPr>
            <p:ph type="pic" sz="quarter" idx="20"/>
          </p:nvPr>
        </p:nvSpPr>
        <p:spPr>
          <a:xfrm>
            <a:off x="9066213" y="3755872"/>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p>
        </p:txBody>
      </p:sp>
      <p:sp>
        <p:nvSpPr>
          <p:cNvPr id="14" name="Text Placeholder 7"/>
          <p:cNvSpPr>
            <a:spLocks noGrp="1"/>
          </p:cNvSpPr>
          <p:nvPr>
            <p:ph type="body" sz="quarter" idx="21"/>
          </p:nvPr>
        </p:nvSpPr>
        <p:spPr>
          <a:xfrm>
            <a:off x="479425" y="1618445"/>
            <a:ext cx="26193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p:cNvSpPr>
            <a:spLocks noGrp="1"/>
          </p:cNvSpPr>
          <p:nvPr>
            <p:ph type="body" sz="quarter" idx="22"/>
          </p:nvPr>
        </p:nvSpPr>
        <p:spPr>
          <a:xfrm>
            <a:off x="6220216" y="1618445"/>
            <a:ext cx="26066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44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29"/>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629079"/>
            <a:ext cx="5481108" cy="4455197"/>
          </a:xfrm>
          <a:prstGeom prst="rect">
            <a:avLst/>
          </a:prstGeom>
        </p:spPr>
        <p:txBody>
          <a:bodyPr/>
          <a:lstStyle>
            <a:lvl1pPr marL="342900" indent="-342900">
              <a:lnSpc>
                <a:spcPct val="100000"/>
              </a:lnSpc>
              <a:spcAft>
                <a:spcPts val="0"/>
              </a:spcAft>
              <a:buClr>
                <a:schemeClr val="accent1"/>
              </a:buClr>
              <a:buFont typeface="Arial" charset="0"/>
              <a:buChar char="•"/>
              <a:defRPr sz="2400">
                <a:solidFill>
                  <a:srgbClr val="333E48"/>
                </a:solidFill>
              </a:defRPr>
            </a:lvl1pPr>
            <a:lvl2pPr>
              <a:lnSpc>
                <a:spcPct val="100000"/>
              </a:lnSpc>
              <a:spcBef>
                <a:spcPts val="0"/>
              </a:spcBef>
              <a:spcAft>
                <a:spcPts val="0"/>
              </a:spcAft>
              <a:buClr>
                <a:schemeClr val="accent1"/>
              </a:buClr>
              <a:defRPr sz="2000">
                <a:solidFill>
                  <a:srgbClr val="333E48"/>
                </a:solidFill>
              </a:defRPr>
            </a:lvl2pPr>
            <a:lvl3pPr>
              <a:lnSpc>
                <a:spcPct val="100000"/>
              </a:lnSpc>
              <a:spcBef>
                <a:spcPts val="0"/>
              </a:spcBef>
              <a:spcAft>
                <a:spcPts val="0"/>
              </a:spcAft>
              <a:buClr>
                <a:schemeClr val="accent1"/>
              </a:buClr>
              <a:defRPr sz="1800">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50924" y="1629080"/>
            <a:ext cx="5461651" cy="4455198"/>
          </a:xfrm>
        </p:spPr>
        <p:txBody>
          <a:bodyPr/>
          <a:lstStyle>
            <a:lvl1pPr marL="0" indent="0">
              <a:buClr>
                <a:schemeClr val="accent1"/>
              </a:buClr>
              <a:buNone/>
              <a:defRPr sz="2200">
                <a:solidFill>
                  <a:srgbClr val="333E48"/>
                </a:solidFill>
              </a:defRPr>
            </a:lvl1pPr>
          </a:lstStyle>
          <a:p>
            <a:pPr lvl="0"/>
            <a:r>
              <a:rPr lang="en-US" noProof="0"/>
              <a:t>Click icon to add picture</a:t>
            </a:r>
          </a:p>
        </p:txBody>
      </p:sp>
    </p:spTree>
    <p:extLst>
      <p:ext uri="{BB962C8B-B14F-4D97-AF65-F5344CB8AC3E}">
        <p14:creationId xmlns:p14="http://schemas.microsoft.com/office/powerpoint/2010/main" val="1584216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a:t>Click to Edit Master Title Style</a:t>
            </a:r>
          </a:p>
        </p:txBody>
      </p:sp>
      <p:sp>
        <p:nvSpPr>
          <p:cNvPr id="10" name="Table Placeholder 3"/>
          <p:cNvSpPr>
            <a:spLocks noGrp="1"/>
          </p:cNvSpPr>
          <p:nvPr>
            <p:ph type="tbl" sz="quarter" idx="13"/>
          </p:nvPr>
        </p:nvSpPr>
        <p:spPr>
          <a:xfrm>
            <a:off x="479425" y="1259574"/>
            <a:ext cx="11233150" cy="4836426"/>
          </a:xfrm>
        </p:spPr>
        <p:txBody>
          <a:bodyPr/>
          <a:lstStyle>
            <a:lvl1pPr marL="0" indent="0">
              <a:buNone/>
              <a:defRPr/>
            </a:lvl1pPr>
          </a:lstStyle>
          <a:p>
            <a:pPr lvl="0"/>
            <a:r>
              <a:rPr lang="en-US" noProof="0"/>
              <a:t>Click icon to add table</a:t>
            </a:r>
          </a:p>
        </p:txBody>
      </p:sp>
    </p:spTree>
    <p:extLst>
      <p:ext uri="{BB962C8B-B14F-4D97-AF65-F5344CB8AC3E}">
        <p14:creationId xmlns:p14="http://schemas.microsoft.com/office/powerpoint/2010/main" val="77512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828AC5A-7EFB-CA43-8A9B-3B442C5C9A1B}"/>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Rectangle 5">
            <a:extLst>
              <a:ext uri="{FF2B5EF4-FFF2-40B4-BE49-F238E27FC236}">
                <a16:creationId xmlns:a16="http://schemas.microsoft.com/office/drawing/2014/main" id="{E2B5F482-A1DF-47CF-A799-587634BE9938}"/>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pic>
        <p:nvPicPr>
          <p:cNvPr id="11" name="Picture 10" descr="A picture containing building, drawing&#10;&#10;Description automatically generated">
            <a:extLst>
              <a:ext uri="{FF2B5EF4-FFF2-40B4-BE49-F238E27FC236}">
                <a16:creationId xmlns:a16="http://schemas.microsoft.com/office/drawing/2014/main" id="{C1198ECC-03BB-F84C-8B27-CF6053626C9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10" name="TextBox 20">
            <a:extLst>
              <a:ext uri="{FF2B5EF4-FFF2-40B4-BE49-F238E27FC236}">
                <a16:creationId xmlns:a16="http://schemas.microsoft.com/office/drawing/2014/main" id="{2EFD6F9F-6DEB-6F4D-BE5A-D3540160B34B}"/>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
        <p:nvSpPr>
          <p:cNvPr id="7" name="Rectangle 6">
            <a:extLst>
              <a:ext uri="{FF2B5EF4-FFF2-40B4-BE49-F238E27FC236}">
                <a16:creationId xmlns:a16="http://schemas.microsoft.com/office/drawing/2014/main" id="{45A82B8D-79F0-2840-A348-51E15B608C54}"/>
              </a:ext>
            </a:extLst>
          </p:cNvPr>
          <p:cNvSpPr>
            <a:spLocks noChangeArrowheads="1"/>
          </p:cNvSpPr>
          <p:nvPr userDrawn="1"/>
        </p:nvSpPr>
        <p:spPr bwMode="auto">
          <a:xfrm>
            <a:off x="6670505" y="952143"/>
            <a:ext cx="4655186"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defRPr/>
            </a:pPr>
            <a:r>
              <a:rPr lang="en-US" altLang="en-US" sz="2800">
                <a:solidFill>
                  <a:schemeClr val="bg1"/>
                </a:solidFill>
              </a:rPr>
              <a:t>Thank You</a:t>
            </a:r>
          </a:p>
          <a:p>
            <a:pPr algn="r">
              <a:defRPr/>
            </a:pPr>
            <a:r>
              <a:rPr lang="en-US" altLang="en-US" sz="2800" err="1">
                <a:solidFill>
                  <a:schemeClr val="bg1"/>
                </a:solidFill>
              </a:rPr>
              <a:t>Danke</a:t>
            </a:r>
            <a:endParaRPr lang="en-US" altLang="en-US" sz="2800">
              <a:solidFill>
                <a:schemeClr val="bg1"/>
              </a:solidFill>
            </a:endParaRPr>
          </a:p>
          <a:p>
            <a:pPr algn="r">
              <a:defRPr/>
            </a:pPr>
            <a:r>
              <a:rPr lang="en-US" altLang="en-US" sz="2800">
                <a:solidFill>
                  <a:schemeClr val="bg1"/>
                </a:solidFill>
              </a:rPr>
              <a:t>Gracias</a:t>
            </a:r>
          </a:p>
          <a:p>
            <a:pPr algn="r">
              <a:defRPr/>
            </a:pPr>
            <a:r>
              <a:rPr lang="en-US" altLang="en-US" sz="2800" err="1">
                <a:solidFill>
                  <a:schemeClr val="bg1"/>
                </a:solidFill>
              </a:rPr>
              <a:t>谢谢</a:t>
            </a:r>
            <a:endParaRPr lang="en-US" altLang="en-US" sz="2800">
              <a:solidFill>
                <a:schemeClr val="bg1"/>
              </a:solidFill>
            </a:endParaRPr>
          </a:p>
          <a:p>
            <a:pPr algn="r">
              <a:defRPr/>
            </a:pPr>
            <a:r>
              <a:rPr lang="en-US" altLang="en-US" sz="2800" err="1">
                <a:solidFill>
                  <a:schemeClr val="bg1"/>
                </a:solidFill>
              </a:rPr>
              <a:t>ありがとう</a:t>
            </a:r>
            <a:endParaRPr lang="en-US" altLang="en-US" sz="2800">
              <a:solidFill>
                <a:schemeClr val="bg1"/>
              </a:solidFill>
            </a:endParaRPr>
          </a:p>
          <a:p>
            <a:pPr algn="r">
              <a:defRPr/>
            </a:pPr>
            <a:r>
              <a:rPr lang="en-US" altLang="en-US" sz="2800">
                <a:solidFill>
                  <a:schemeClr val="bg1"/>
                </a:solidFill>
              </a:rPr>
              <a:t>Asante</a:t>
            </a:r>
          </a:p>
          <a:p>
            <a:pPr algn="r">
              <a:defRPr/>
            </a:pPr>
            <a:r>
              <a:rPr lang="en-US" altLang="en-US" sz="2800">
                <a:solidFill>
                  <a:schemeClr val="bg1"/>
                </a:solidFill>
              </a:rPr>
              <a:t>Merci</a:t>
            </a:r>
          </a:p>
          <a:p>
            <a:pPr algn="r">
              <a:defRPr/>
            </a:pPr>
            <a:r>
              <a:rPr lang="en-US" altLang="en-US" sz="2800" err="1">
                <a:solidFill>
                  <a:schemeClr val="bg1"/>
                </a:solidFill>
              </a:rPr>
              <a:t>감사합니다</a:t>
            </a:r>
            <a:endParaRPr lang="en-US" altLang="en-US" sz="2800">
              <a:solidFill>
                <a:schemeClr val="bg1"/>
              </a:solidFill>
            </a:endParaRPr>
          </a:p>
          <a:p>
            <a:pPr algn="r">
              <a:defRPr/>
            </a:pPr>
            <a:r>
              <a:rPr lang="en-US" altLang="en-US" sz="2800" err="1">
                <a:solidFill>
                  <a:schemeClr val="bg1"/>
                </a:solidFill>
              </a:rPr>
              <a:t>धन्यवाद</a:t>
            </a:r>
            <a:endParaRPr lang="en-US" altLang="en-US" sz="2800">
              <a:solidFill>
                <a:schemeClr val="bg1"/>
              </a:solidFill>
            </a:endParaRPr>
          </a:p>
          <a:p>
            <a:pPr marL="0" marR="0" lvl="0" indent="0" algn="r" defTabSz="914400" rtl="0" eaLnBrk="0" fontAlgn="base" latinLnBrk="0" hangingPunct="0">
              <a:lnSpc>
                <a:spcPct val="100000"/>
              </a:lnSpc>
              <a:spcBef>
                <a:spcPct val="0"/>
              </a:spcBef>
              <a:spcAft>
                <a:spcPct val="0"/>
              </a:spcAft>
              <a:buClrTx/>
              <a:buSzTx/>
              <a:buFontTx/>
              <a:buNone/>
              <a:tabLst/>
              <a:defRPr/>
            </a:pPr>
            <a:r>
              <a:rPr lang="en-US" altLang="en-US" sz="2800">
                <a:solidFill>
                  <a:schemeClr val="bg1"/>
                </a:solidFill>
              </a:rPr>
              <a:t>Kiitos</a:t>
            </a:r>
          </a:p>
          <a:p>
            <a:pPr algn="r">
              <a:defRPr/>
            </a:pPr>
            <a:r>
              <a:rPr lang="ar-SA" sz="2800" kern="1200">
                <a:solidFill>
                  <a:schemeClr val="bg1"/>
                </a:solidFill>
                <a:latin typeface="Calibri" charset="0"/>
                <a:ea typeface="ＭＳ Ｐゴシック" charset="-128"/>
                <a:cs typeface="+mn-cs"/>
              </a:rPr>
              <a:t>شكرًا</a:t>
            </a:r>
            <a:endParaRPr lang="en-GB" sz="2800" kern="1200">
              <a:solidFill>
                <a:schemeClr val="bg1"/>
              </a:solidFill>
              <a:latin typeface="Calibri" charset="0"/>
              <a:ea typeface="ＭＳ Ｐゴシック" charset="-128"/>
              <a:cs typeface="+mn-cs"/>
            </a:endParaRPr>
          </a:p>
          <a:p>
            <a:pPr algn="r">
              <a:defRPr/>
            </a:pPr>
            <a:r>
              <a:rPr lang="as-IN" altLang="en-US" sz="2800">
                <a:solidFill>
                  <a:schemeClr val="bg1"/>
                </a:solidFill>
              </a:rPr>
              <a:t>ধন্যবাদ</a:t>
            </a:r>
            <a:br>
              <a:rPr lang="en-US" altLang="en-US" sz="2800">
                <a:solidFill>
                  <a:schemeClr val="bg1"/>
                </a:solidFill>
              </a:rPr>
            </a:br>
            <a:r>
              <a:rPr lang="he-IL" altLang="en-US" sz="2800">
                <a:solidFill>
                  <a:schemeClr val="bg1"/>
                </a:solidFill>
              </a:rPr>
              <a:t>תודה</a:t>
            </a:r>
            <a:endParaRPr lang="en-US" altLang="en-US" sz="2800">
              <a:solidFill>
                <a:schemeClr val="bg1"/>
              </a:solidFill>
            </a:endParaRPr>
          </a:p>
        </p:txBody>
      </p:sp>
    </p:spTree>
    <p:extLst>
      <p:ext uri="{BB962C8B-B14F-4D97-AF65-F5344CB8AC3E}">
        <p14:creationId xmlns:p14="http://schemas.microsoft.com/office/powerpoint/2010/main" val="311627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11E887-F2DD-9743-B321-E6625A63F4D3}"/>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pic>
        <p:nvPicPr>
          <p:cNvPr id="10" name="Picture 9" descr="A picture containing building, drawing&#10;&#10;Description automatically generated">
            <a:extLst>
              <a:ext uri="{FF2B5EF4-FFF2-40B4-BE49-F238E27FC236}">
                <a16:creationId xmlns:a16="http://schemas.microsoft.com/office/drawing/2014/main" id="{AF5F647F-3DD2-E04B-AC85-5BB3FF09994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9" name="TextBox 20">
            <a:extLst>
              <a:ext uri="{FF2B5EF4-FFF2-40B4-BE49-F238E27FC236}">
                <a16:creationId xmlns:a16="http://schemas.microsoft.com/office/drawing/2014/main" id="{1BE84E2F-085C-6E4E-8174-736F84DE3A1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
        <p:nvSpPr>
          <p:cNvPr id="6" name="Rectangle 5">
            <a:extLst>
              <a:ext uri="{FF2B5EF4-FFF2-40B4-BE49-F238E27FC236}">
                <a16:creationId xmlns:a16="http://schemas.microsoft.com/office/drawing/2014/main" id="{8630E328-7BED-1141-A027-0EEE09BB1F0B}"/>
              </a:ext>
            </a:extLst>
          </p:cNvPr>
          <p:cNvSpPr>
            <a:spLocks noChangeArrowheads="1"/>
          </p:cNvSpPr>
          <p:nvPr userDrawn="1"/>
        </p:nvSpPr>
        <p:spPr bwMode="auto">
          <a:xfrm>
            <a:off x="6670505" y="952143"/>
            <a:ext cx="4655186"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defRPr/>
            </a:pPr>
            <a:r>
              <a:rPr lang="en-US" altLang="en-US" sz="2800">
                <a:solidFill>
                  <a:schemeClr val="bg1"/>
                </a:solidFill>
              </a:rPr>
              <a:t>Thank You</a:t>
            </a:r>
          </a:p>
          <a:p>
            <a:pPr algn="r">
              <a:defRPr/>
            </a:pPr>
            <a:r>
              <a:rPr lang="en-US" altLang="en-US" sz="2800" err="1">
                <a:solidFill>
                  <a:schemeClr val="bg1"/>
                </a:solidFill>
              </a:rPr>
              <a:t>Danke</a:t>
            </a:r>
            <a:endParaRPr lang="en-US" altLang="en-US" sz="2800">
              <a:solidFill>
                <a:schemeClr val="bg1"/>
              </a:solidFill>
            </a:endParaRPr>
          </a:p>
          <a:p>
            <a:pPr algn="r">
              <a:defRPr/>
            </a:pPr>
            <a:r>
              <a:rPr lang="en-US" altLang="en-US" sz="2800">
                <a:solidFill>
                  <a:schemeClr val="bg1"/>
                </a:solidFill>
              </a:rPr>
              <a:t>Gracias</a:t>
            </a:r>
          </a:p>
          <a:p>
            <a:pPr algn="r">
              <a:defRPr/>
            </a:pPr>
            <a:r>
              <a:rPr lang="en-US" altLang="en-US" sz="2800" err="1">
                <a:solidFill>
                  <a:schemeClr val="bg1"/>
                </a:solidFill>
              </a:rPr>
              <a:t>谢谢</a:t>
            </a:r>
            <a:endParaRPr lang="en-US" altLang="en-US" sz="2800">
              <a:solidFill>
                <a:schemeClr val="bg1"/>
              </a:solidFill>
            </a:endParaRPr>
          </a:p>
          <a:p>
            <a:pPr algn="r">
              <a:defRPr/>
            </a:pPr>
            <a:r>
              <a:rPr lang="en-US" altLang="en-US" sz="2800" err="1">
                <a:solidFill>
                  <a:schemeClr val="bg1"/>
                </a:solidFill>
              </a:rPr>
              <a:t>ありがとう</a:t>
            </a:r>
            <a:endParaRPr lang="en-US" altLang="en-US" sz="2800">
              <a:solidFill>
                <a:schemeClr val="bg1"/>
              </a:solidFill>
            </a:endParaRPr>
          </a:p>
          <a:p>
            <a:pPr algn="r">
              <a:defRPr/>
            </a:pPr>
            <a:r>
              <a:rPr lang="en-US" altLang="en-US" sz="2800">
                <a:solidFill>
                  <a:schemeClr val="bg1"/>
                </a:solidFill>
              </a:rPr>
              <a:t>Asante</a:t>
            </a:r>
          </a:p>
          <a:p>
            <a:pPr algn="r">
              <a:defRPr/>
            </a:pPr>
            <a:r>
              <a:rPr lang="en-US" altLang="en-US" sz="2800">
                <a:solidFill>
                  <a:schemeClr val="bg1"/>
                </a:solidFill>
              </a:rPr>
              <a:t>Merci</a:t>
            </a:r>
          </a:p>
          <a:p>
            <a:pPr algn="r">
              <a:defRPr/>
            </a:pPr>
            <a:r>
              <a:rPr lang="en-US" altLang="en-US" sz="2800" err="1">
                <a:solidFill>
                  <a:schemeClr val="bg1"/>
                </a:solidFill>
              </a:rPr>
              <a:t>감사합니다</a:t>
            </a:r>
            <a:endParaRPr lang="en-US" altLang="en-US" sz="2800">
              <a:solidFill>
                <a:schemeClr val="bg1"/>
              </a:solidFill>
            </a:endParaRPr>
          </a:p>
          <a:p>
            <a:pPr algn="r">
              <a:defRPr/>
            </a:pPr>
            <a:r>
              <a:rPr lang="en-US" altLang="en-US" sz="2800" err="1">
                <a:solidFill>
                  <a:schemeClr val="bg1"/>
                </a:solidFill>
              </a:rPr>
              <a:t>धन्यवाद</a:t>
            </a:r>
            <a:endParaRPr lang="en-US" altLang="en-US" sz="2800">
              <a:solidFill>
                <a:schemeClr val="bg1"/>
              </a:solidFill>
            </a:endParaRPr>
          </a:p>
          <a:p>
            <a:pPr marL="0" marR="0" lvl="0" indent="0" algn="r" defTabSz="914400" rtl="0" eaLnBrk="0" fontAlgn="base" latinLnBrk="0" hangingPunct="0">
              <a:lnSpc>
                <a:spcPct val="100000"/>
              </a:lnSpc>
              <a:spcBef>
                <a:spcPct val="0"/>
              </a:spcBef>
              <a:spcAft>
                <a:spcPct val="0"/>
              </a:spcAft>
              <a:buClrTx/>
              <a:buSzTx/>
              <a:buFontTx/>
              <a:buNone/>
              <a:tabLst/>
              <a:defRPr/>
            </a:pPr>
            <a:r>
              <a:rPr lang="en-US" altLang="en-US" sz="2800">
                <a:solidFill>
                  <a:schemeClr val="bg1"/>
                </a:solidFill>
              </a:rPr>
              <a:t>Kiitos</a:t>
            </a:r>
          </a:p>
          <a:p>
            <a:pPr algn="r">
              <a:defRPr/>
            </a:pPr>
            <a:r>
              <a:rPr lang="ar-SA" sz="2800" kern="1200">
                <a:solidFill>
                  <a:schemeClr val="bg1"/>
                </a:solidFill>
                <a:latin typeface="Calibri" charset="0"/>
                <a:ea typeface="ＭＳ Ｐゴシック" charset="-128"/>
                <a:cs typeface="+mn-cs"/>
              </a:rPr>
              <a:t>شكرًا</a:t>
            </a:r>
            <a:endParaRPr lang="en-GB" sz="2800" kern="1200">
              <a:solidFill>
                <a:schemeClr val="bg1"/>
              </a:solidFill>
              <a:latin typeface="Calibri" charset="0"/>
              <a:ea typeface="ＭＳ Ｐゴシック" charset="-128"/>
              <a:cs typeface="+mn-cs"/>
            </a:endParaRPr>
          </a:p>
          <a:p>
            <a:pPr algn="r">
              <a:defRPr/>
            </a:pPr>
            <a:r>
              <a:rPr lang="as-IN" altLang="en-US" sz="2800">
                <a:solidFill>
                  <a:schemeClr val="bg1"/>
                </a:solidFill>
              </a:rPr>
              <a:t>ধন্যবাদ</a:t>
            </a:r>
            <a:br>
              <a:rPr lang="en-US" altLang="en-US" sz="2800">
                <a:solidFill>
                  <a:schemeClr val="bg1"/>
                </a:solidFill>
              </a:rPr>
            </a:br>
            <a:r>
              <a:rPr lang="he-IL" altLang="en-US" sz="2800">
                <a:solidFill>
                  <a:schemeClr val="bg1"/>
                </a:solidFill>
              </a:rPr>
              <a:t>תודה</a:t>
            </a:r>
            <a:endParaRPr lang="en-US" altLang="en-US" sz="2800">
              <a:solidFill>
                <a:schemeClr val="bg1"/>
              </a:solidFill>
            </a:endParaRPr>
          </a:p>
        </p:txBody>
      </p:sp>
    </p:spTree>
    <p:extLst>
      <p:ext uri="{BB962C8B-B14F-4D97-AF65-F5344CB8AC3E}">
        <p14:creationId xmlns:p14="http://schemas.microsoft.com/office/powerpoint/2010/main" val="3769446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33539DD-CEDA-3A48-A36A-6D3775392ACF}"/>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Rectangle 5"/>
          <p:cNvSpPr>
            <a:spLocks noChangeArrowheads="1"/>
          </p:cNvSpPr>
          <p:nvPr userDrawn="1"/>
        </p:nvSpPr>
        <p:spPr bwMode="auto">
          <a:xfrm>
            <a:off x="7078942" y="1087378"/>
            <a:ext cx="42333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r">
              <a:defRPr/>
            </a:pPr>
            <a:r>
              <a:rPr lang="en-US" altLang="x-none" sz="120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lgn="r">
              <a:defRPr/>
            </a:pPr>
            <a:br>
              <a:rPr lang="en-US" altLang="x-none" sz="1200">
                <a:solidFill>
                  <a:schemeClr val="bg1"/>
                </a:solidFill>
              </a:rPr>
            </a:br>
            <a:r>
              <a:rPr lang="en-US" altLang="x-none" sz="1200" err="1">
                <a:solidFill>
                  <a:schemeClr val="bg1"/>
                </a:solidFill>
              </a:rPr>
              <a:t>www.arm.com</a:t>
            </a:r>
            <a:r>
              <a:rPr lang="en-US" altLang="x-none" sz="1200">
                <a:solidFill>
                  <a:schemeClr val="bg1"/>
                </a:solidFill>
              </a:rPr>
              <a:t>/company/policies/trademarks</a:t>
            </a:r>
          </a:p>
        </p:txBody>
      </p:sp>
      <p:pic>
        <p:nvPicPr>
          <p:cNvPr id="9" name="Picture 8" descr="A picture containing building, drawing&#10;&#10;Description automatically generated">
            <a:extLst>
              <a:ext uri="{FF2B5EF4-FFF2-40B4-BE49-F238E27FC236}">
                <a16:creationId xmlns:a16="http://schemas.microsoft.com/office/drawing/2014/main" id="{05C774FB-6A72-C34E-AAAD-07547EC9639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8" name="TextBox 20">
            <a:extLst>
              <a:ext uri="{FF2B5EF4-FFF2-40B4-BE49-F238E27FC236}">
                <a16:creationId xmlns:a16="http://schemas.microsoft.com/office/drawing/2014/main" id="{870DFC52-AE4C-654B-A714-C2006FAE0419}"/>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Tree>
    <p:extLst>
      <p:ext uri="{BB962C8B-B14F-4D97-AF65-F5344CB8AC3E}">
        <p14:creationId xmlns:p14="http://schemas.microsoft.com/office/powerpoint/2010/main" val="680716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720845-44B5-8345-A55E-DF3DBAF7C289}"/>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Rectangle 5"/>
          <p:cNvSpPr>
            <a:spLocks noChangeArrowheads="1"/>
          </p:cNvSpPr>
          <p:nvPr userDrawn="1"/>
        </p:nvSpPr>
        <p:spPr bwMode="auto">
          <a:xfrm>
            <a:off x="7078942" y="1087378"/>
            <a:ext cx="42333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r">
              <a:defRPr/>
            </a:pPr>
            <a:r>
              <a:rPr lang="en-US" altLang="x-none" sz="120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lgn="r">
              <a:defRPr/>
            </a:pPr>
            <a:br>
              <a:rPr lang="en-US" altLang="x-none" sz="1200">
                <a:solidFill>
                  <a:schemeClr val="bg1"/>
                </a:solidFill>
              </a:rPr>
            </a:br>
            <a:r>
              <a:rPr lang="en-US" altLang="x-none" sz="1200" err="1">
                <a:solidFill>
                  <a:schemeClr val="bg1"/>
                </a:solidFill>
              </a:rPr>
              <a:t>www.arm.com</a:t>
            </a:r>
            <a:r>
              <a:rPr lang="en-US" altLang="x-none" sz="1200">
                <a:solidFill>
                  <a:schemeClr val="bg1"/>
                </a:solidFill>
              </a:rPr>
              <a:t>/company/policies/trademarks</a:t>
            </a:r>
          </a:p>
        </p:txBody>
      </p:sp>
      <p:pic>
        <p:nvPicPr>
          <p:cNvPr id="9" name="Picture 8" descr="A picture containing building, drawing&#10;&#10;Description automatically generated">
            <a:extLst>
              <a:ext uri="{FF2B5EF4-FFF2-40B4-BE49-F238E27FC236}">
                <a16:creationId xmlns:a16="http://schemas.microsoft.com/office/drawing/2014/main" id="{0A3F307A-54EB-9747-ABE8-8A816CDDD8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8" name="TextBox 20">
            <a:extLst>
              <a:ext uri="{FF2B5EF4-FFF2-40B4-BE49-F238E27FC236}">
                <a16:creationId xmlns:a16="http://schemas.microsoft.com/office/drawing/2014/main" id="{EA133D04-5236-D641-B03F-0BE645CEB92A}"/>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Tree>
    <p:extLst>
      <p:ext uri="{BB962C8B-B14F-4D97-AF65-F5344CB8AC3E}">
        <p14:creationId xmlns:p14="http://schemas.microsoft.com/office/powerpoint/2010/main" val="2225050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478301"/>
            <a:ext cx="11233150" cy="654760"/>
          </a:xfrm>
          <a:prstGeom prst="rect">
            <a:avLst/>
          </a:prstGeom>
        </p:spPr>
        <p:txBody>
          <a:bodyPr vert="horz" lIns="0" tIns="0" rIns="0" bIns="0" rtlCol="0" anchor="t">
            <a:noAutofit/>
          </a:bodyPr>
          <a:lstStyle/>
          <a:p>
            <a:r>
              <a:rPr lang="en-US"/>
              <a:t>Click to edit Master title style</a:t>
            </a:r>
          </a:p>
        </p:txBody>
      </p:sp>
      <p:sp>
        <p:nvSpPr>
          <p:cNvPr id="1029" name="TextBox 26"/>
          <p:cNvSpPr txBox="1">
            <a:spLocks noChangeArrowheads="1"/>
          </p:cNvSpPr>
          <p:nvPr userDrawn="1"/>
        </p:nvSpPr>
        <p:spPr bwMode="auto">
          <a:xfrm>
            <a:off x="492125" y="641064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2682C2D1-8EA8-E748-B66F-74D4D53CF8F8}"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9746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ock, meter&#10;&#10;Description automatically generated">
            <a:extLst>
              <a:ext uri="{FF2B5EF4-FFF2-40B4-BE49-F238E27FC236}">
                <a16:creationId xmlns:a16="http://schemas.microsoft.com/office/drawing/2014/main" id="{C88DC1F2-A377-A943-9ABE-BD7E2F2C1811}"/>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0835847" y="6384924"/>
            <a:ext cx="879904" cy="274619"/>
          </a:xfrm>
          <a:prstGeom prst="rect">
            <a:avLst/>
          </a:prstGeom>
        </p:spPr>
      </p:pic>
      <p:sp>
        <p:nvSpPr>
          <p:cNvPr id="9" name="TextBox 20">
            <a:extLst>
              <a:ext uri="{FF2B5EF4-FFF2-40B4-BE49-F238E27FC236}">
                <a16:creationId xmlns:a16="http://schemas.microsoft.com/office/drawing/2014/main" id="{27B344F3-4498-5A4F-9DA2-CB9437A2536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rgbClr val="7F7F7F"/>
                </a:solidFill>
              </a:rPr>
              <a:t>© 2024 Arm</a:t>
            </a:r>
            <a:endParaRPr lang="en-US" altLang="en-US" sz="1000" dirty="0">
              <a:solidFill>
                <a:srgbClr val="7F7F7F"/>
              </a:solidFill>
            </a:endParaRPr>
          </a:p>
        </p:txBody>
      </p:sp>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14" r:id="rId1"/>
    <p:sldLayoutId id="2147485510" r:id="rId2"/>
    <p:sldLayoutId id="2147485440" r:id="rId3"/>
    <p:sldLayoutId id="2147485441" r:id="rId4"/>
    <p:sldLayoutId id="2147485442" r:id="rId5"/>
    <p:sldLayoutId id="2147485443" r:id="rId6"/>
    <p:sldLayoutId id="2147485444" r:id="rId7"/>
    <p:sldLayoutId id="2147485445" r:id="rId8"/>
    <p:sldLayoutId id="2147485446" r:id="rId9"/>
    <p:sldLayoutId id="2147485447" r:id="rId10"/>
    <p:sldLayoutId id="2147485448" r:id="rId11"/>
    <p:sldLayoutId id="2147485449" r:id="rId12"/>
    <p:sldLayoutId id="2147485450" r:id="rId13"/>
    <p:sldLayoutId id="2147485452" r:id="rId14"/>
    <p:sldLayoutId id="2147485512" r:id="rId15"/>
    <p:sldLayoutId id="2147485453" r:id="rId16"/>
    <p:sldLayoutId id="2147485513" r:id="rId17"/>
  </p:sldLayoutIdLst>
  <p:hf hdr="0" ftr="0" dt="0"/>
  <p:txStyles>
    <p:titleStyle>
      <a:lvl1pPr algn="l" rtl="0" eaLnBrk="1" fontAlgn="base" hangingPunct="1">
        <a:lnSpc>
          <a:spcPct val="85000"/>
        </a:lnSpc>
        <a:spcBef>
          <a:spcPct val="0"/>
        </a:spcBef>
        <a:spcAft>
          <a:spcPct val="0"/>
        </a:spcAft>
        <a:defRPr sz="3600" b="0"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rgbClr val="333E48"/>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33E4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33E4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619" userDrawn="1">
          <p15:clr>
            <a:srgbClr val="F26B43"/>
          </p15:clr>
        </p15:guide>
        <p15:guide id="4" orient="horz" pos="300" userDrawn="1">
          <p15:clr>
            <a:srgbClr val="F26B43"/>
          </p15:clr>
        </p15:guide>
        <p15:guide id="5" orient="horz" pos="4020" userDrawn="1">
          <p15:clr>
            <a:srgbClr val="F26B43"/>
          </p15:clr>
        </p15:guide>
        <p15:guide id="6" pos="7378" userDrawn="1">
          <p15:clr>
            <a:srgbClr val="F26B43"/>
          </p15:clr>
        </p15:guide>
        <p15:guide id="7" pos="302" userDrawn="1">
          <p15:clr>
            <a:srgbClr val="F26B43"/>
          </p15:clr>
        </p15:guide>
        <p15:guide id="8" pos="706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 Id="rId9" Type="http://schemas.openxmlformats.org/officeDocument/2006/relationships/image" Target="../media/image11.emf"/></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Arm-Examples#edge-ai-and-machine-learning"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4DD7BE48-C7B4-4E0D-B6F5-01B378FDADF7}"/>
              </a:ext>
            </a:extLst>
          </p:cNvPr>
          <p:cNvSpPr/>
          <p:nvPr/>
        </p:nvSpPr>
        <p:spPr>
          <a:xfrm>
            <a:off x="6662795" y="1647299"/>
            <a:ext cx="5305368" cy="1316965"/>
          </a:xfrm>
          <a:prstGeom prst="roundRect">
            <a:avLst>
              <a:gd name="adj" fmla="val 1467"/>
            </a:avLst>
          </a:prstGeom>
          <a:noFill/>
          <a:ln w="19050">
            <a:solidFill>
              <a:srgbClr val="002B4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49" name="Picture 4" descr="Image result for typing icon">
            <a:extLst>
              <a:ext uri="{FF2B5EF4-FFF2-40B4-BE49-F238E27FC236}">
                <a16:creationId xmlns:a16="http://schemas.microsoft.com/office/drawing/2014/main" id="{EB16FBFE-F864-479F-884C-416AB13946FC}"/>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2462518" y="2705625"/>
            <a:ext cx="1273212" cy="1273212"/>
          </a:xfrm>
          <a:prstGeom prst="rect">
            <a:avLst/>
          </a:prstGeom>
          <a:solidFill>
            <a:schemeClr val="bg1"/>
          </a:solidFill>
        </p:spPr>
      </p:pic>
      <p:sp>
        <p:nvSpPr>
          <p:cNvPr id="66" name="Rectangle: Rounded Corners 65">
            <a:extLst>
              <a:ext uri="{FF2B5EF4-FFF2-40B4-BE49-F238E27FC236}">
                <a16:creationId xmlns:a16="http://schemas.microsoft.com/office/drawing/2014/main" id="{7ED14286-FAE0-40A8-BB99-3D4B08E3B8C7}"/>
              </a:ext>
            </a:extLst>
          </p:cNvPr>
          <p:cNvSpPr/>
          <p:nvPr/>
        </p:nvSpPr>
        <p:spPr>
          <a:xfrm>
            <a:off x="4425283" y="1805167"/>
            <a:ext cx="1228515" cy="74699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 Repository</a:t>
            </a:r>
          </a:p>
        </p:txBody>
      </p:sp>
      <p:sp>
        <p:nvSpPr>
          <p:cNvPr id="75" name="TextBox 74">
            <a:extLst>
              <a:ext uri="{FF2B5EF4-FFF2-40B4-BE49-F238E27FC236}">
                <a16:creationId xmlns:a16="http://schemas.microsoft.com/office/drawing/2014/main" id="{962EE36E-A9B2-4B08-B767-7622C25AE15F}"/>
              </a:ext>
            </a:extLst>
          </p:cNvPr>
          <p:cNvSpPr txBox="1"/>
          <p:nvPr/>
        </p:nvSpPr>
        <p:spPr>
          <a:xfrm>
            <a:off x="6549182" y="2682046"/>
            <a:ext cx="1507476" cy="208006"/>
          </a:xfrm>
          <a:prstGeom prst="rect">
            <a:avLst/>
          </a:prstGeom>
          <a:noFill/>
        </p:spPr>
        <p:txBody>
          <a:bodyPr wrap="square" lIns="0" tIns="0" rIns="0" bIns="0" rtlCol="0">
            <a:spAutoFit/>
          </a:bodyPr>
          <a:lstStyle/>
          <a:p>
            <a:pPr algn="ctr" defTabSz="914431" eaLnBrk="1" hangingPunct="1">
              <a:lnSpc>
                <a:spcPts val="1620"/>
              </a:lnSpc>
              <a:spcBef>
                <a:spcPts val="0"/>
              </a:spcBef>
              <a:spcAft>
                <a:spcPts val="600"/>
              </a:spcAft>
            </a:pPr>
            <a:r>
              <a:rPr lang="en-US" sz="1600" dirty="0">
                <a:solidFill>
                  <a:schemeClr val="tx2"/>
                </a:solidFill>
                <a:latin typeface="+mn-lt"/>
                <a:ea typeface="+mn-ea"/>
              </a:rPr>
              <a:t>CI Pipeline</a:t>
            </a:r>
          </a:p>
        </p:txBody>
      </p:sp>
      <p:sp>
        <p:nvSpPr>
          <p:cNvPr id="83" name="TextBox 82">
            <a:extLst>
              <a:ext uri="{FF2B5EF4-FFF2-40B4-BE49-F238E27FC236}">
                <a16:creationId xmlns:a16="http://schemas.microsoft.com/office/drawing/2014/main" id="{CA0CB3E5-601F-4448-8C48-E5698751A43E}"/>
              </a:ext>
            </a:extLst>
          </p:cNvPr>
          <p:cNvSpPr txBox="1"/>
          <p:nvPr/>
        </p:nvSpPr>
        <p:spPr>
          <a:xfrm>
            <a:off x="2893023" y="1815994"/>
            <a:ext cx="1412410" cy="208006"/>
          </a:xfrm>
          <a:prstGeom prst="rect">
            <a:avLst/>
          </a:prstGeom>
          <a:noFill/>
        </p:spPr>
        <p:txBody>
          <a:bodyPr wrap="square" lIns="0" tIns="0" rIns="0" bIns="0" rtlCol="0">
            <a:spAutoFit/>
          </a:bodyPr>
          <a:lstStyle/>
          <a:p>
            <a:pPr algn="ctr" defTabSz="914431" eaLnBrk="1" hangingPunct="1">
              <a:lnSpc>
                <a:spcPts val="1620"/>
              </a:lnSpc>
              <a:spcBef>
                <a:spcPts val="0"/>
              </a:spcBef>
              <a:spcAft>
                <a:spcPts val="600"/>
              </a:spcAft>
            </a:pPr>
            <a:r>
              <a:rPr lang="en-US" sz="1600" dirty="0">
                <a:solidFill>
                  <a:schemeClr val="tx2"/>
                </a:solidFill>
                <a:latin typeface="+mn-lt"/>
                <a:ea typeface="+mn-ea"/>
              </a:rPr>
              <a:t>Code update</a:t>
            </a:r>
          </a:p>
        </p:txBody>
      </p:sp>
      <p:cxnSp>
        <p:nvCxnSpPr>
          <p:cNvPr id="84" name="Connector: Elbow 67">
            <a:extLst>
              <a:ext uri="{FF2B5EF4-FFF2-40B4-BE49-F238E27FC236}">
                <a16:creationId xmlns:a16="http://schemas.microsoft.com/office/drawing/2014/main" id="{560E88FD-6185-4B02-9019-FD6AC964E5A5}"/>
              </a:ext>
            </a:extLst>
          </p:cNvPr>
          <p:cNvCxnSpPr>
            <a:cxnSpLocks/>
            <a:stCxn id="49" idx="0"/>
          </p:cNvCxnSpPr>
          <p:nvPr/>
        </p:nvCxnSpPr>
        <p:spPr>
          <a:xfrm rot="5400000" flipH="1" flipV="1">
            <a:off x="3460319" y="1815954"/>
            <a:ext cx="528476" cy="1250867"/>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A8D7A857-680E-46BC-BE81-FA957AA4EB5C}"/>
              </a:ext>
            </a:extLst>
          </p:cNvPr>
          <p:cNvSpPr txBox="1"/>
          <p:nvPr/>
        </p:nvSpPr>
        <p:spPr>
          <a:xfrm>
            <a:off x="5697668" y="1810271"/>
            <a:ext cx="921920" cy="208006"/>
          </a:xfrm>
          <a:prstGeom prst="rect">
            <a:avLst/>
          </a:prstGeom>
          <a:noFill/>
        </p:spPr>
        <p:txBody>
          <a:bodyPr wrap="square" lIns="0" tIns="0" rIns="0" bIns="0" rtlCol="0">
            <a:spAutoFit/>
          </a:bodyPr>
          <a:lstStyle/>
          <a:p>
            <a:pPr algn="ctr" defTabSz="914431" eaLnBrk="1" hangingPunct="1">
              <a:lnSpc>
                <a:spcPts val="1620"/>
              </a:lnSpc>
              <a:spcBef>
                <a:spcPts val="0"/>
              </a:spcBef>
              <a:spcAft>
                <a:spcPts val="600"/>
              </a:spcAft>
            </a:pPr>
            <a:r>
              <a:rPr lang="en-US" sz="1600" dirty="0">
                <a:solidFill>
                  <a:schemeClr val="tx2"/>
                </a:solidFill>
                <a:latin typeface="+mn-lt"/>
                <a:ea typeface="+mn-ea"/>
              </a:rPr>
              <a:t>Start CI</a:t>
            </a:r>
          </a:p>
        </p:txBody>
      </p:sp>
      <p:cxnSp>
        <p:nvCxnSpPr>
          <p:cNvPr id="91" name="Connector: Elbow 67">
            <a:extLst>
              <a:ext uri="{FF2B5EF4-FFF2-40B4-BE49-F238E27FC236}">
                <a16:creationId xmlns:a16="http://schemas.microsoft.com/office/drawing/2014/main" id="{E02F5243-42AB-42F6-A793-D6AC01DC8BCE}"/>
              </a:ext>
            </a:extLst>
          </p:cNvPr>
          <p:cNvCxnSpPr>
            <a:cxnSpLocks/>
          </p:cNvCxnSpPr>
          <p:nvPr/>
        </p:nvCxnSpPr>
        <p:spPr>
          <a:xfrm>
            <a:off x="5721994" y="2149438"/>
            <a:ext cx="827188"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AutoShape 4">
            <a:extLst>
              <a:ext uri="{FF2B5EF4-FFF2-40B4-BE49-F238E27FC236}">
                <a16:creationId xmlns:a16="http://schemas.microsoft.com/office/drawing/2014/main" id="{D6021673-1082-49E1-8855-F8AF88937087}"/>
              </a:ext>
            </a:extLst>
          </p:cNvPr>
          <p:cNvSpPr>
            <a:spLocks noChangeAspect="1" noChangeArrowheads="1"/>
          </p:cNvSpPr>
          <p:nvPr/>
        </p:nvSpPr>
        <p:spPr bwMode="auto">
          <a:xfrm>
            <a:off x="7245630" y="134249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2" name="Rectangle: Rounded Corners 91">
            <a:extLst>
              <a:ext uri="{FF2B5EF4-FFF2-40B4-BE49-F238E27FC236}">
                <a16:creationId xmlns:a16="http://schemas.microsoft.com/office/drawing/2014/main" id="{95985936-72C9-4617-87AC-F85E8E0E3CF9}"/>
              </a:ext>
            </a:extLst>
          </p:cNvPr>
          <p:cNvSpPr/>
          <p:nvPr/>
        </p:nvSpPr>
        <p:spPr>
          <a:xfrm>
            <a:off x="6865817" y="1810272"/>
            <a:ext cx="1228515" cy="74699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Build</a:t>
            </a:r>
          </a:p>
        </p:txBody>
      </p:sp>
      <p:cxnSp>
        <p:nvCxnSpPr>
          <p:cNvPr id="94" name="Straight Arrow Connector 93">
            <a:extLst>
              <a:ext uri="{FF2B5EF4-FFF2-40B4-BE49-F238E27FC236}">
                <a16:creationId xmlns:a16="http://schemas.microsoft.com/office/drawing/2014/main" id="{9CF2530F-8A5A-4684-9F71-E47E14D15BB5}"/>
              </a:ext>
            </a:extLst>
          </p:cNvPr>
          <p:cNvCxnSpPr>
            <a:cxnSpLocks/>
          </p:cNvCxnSpPr>
          <p:nvPr/>
        </p:nvCxnSpPr>
        <p:spPr>
          <a:xfrm>
            <a:off x="8137538" y="2149438"/>
            <a:ext cx="522786" cy="190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Rounded Corners 94">
            <a:extLst>
              <a:ext uri="{FF2B5EF4-FFF2-40B4-BE49-F238E27FC236}">
                <a16:creationId xmlns:a16="http://schemas.microsoft.com/office/drawing/2014/main" id="{54C3D6FB-0357-4AAA-AAEA-E2366DC0CFD6}"/>
              </a:ext>
            </a:extLst>
          </p:cNvPr>
          <p:cNvSpPr/>
          <p:nvPr/>
        </p:nvSpPr>
        <p:spPr>
          <a:xfrm>
            <a:off x="8692714" y="1802421"/>
            <a:ext cx="1228515" cy="75484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Test</a:t>
            </a:r>
          </a:p>
        </p:txBody>
      </p:sp>
      <p:cxnSp>
        <p:nvCxnSpPr>
          <p:cNvPr id="97" name="Straight Arrow Connector 96">
            <a:extLst>
              <a:ext uri="{FF2B5EF4-FFF2-40B4-BE49-F238E27FC236}">
                <a16:creationId xmlns:a16="http://schemas.microsoft.com/office/drawing/2014/main" id="{39CB2D46-A3AD-4C15-B698-315FF3E36A43}"/>
              </a:ext>
            </a:extLst>
          </p:cNvPr>
          <p:cNvCxnSpPr>
            <a:cxnSpLocks/>
          </p:cNvCxnSpPr>
          <p:nvPr/>
        </p:nvCxnSpPr>
        <p:spPr>
          <a:xfrm>
            <a:off x="9987205" y="2165762"/>
            <a:ext cx="522786" cy="190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8" name="Rectangle: Rounded Corners 97">
            <a:extLst>
              <a:ext uri="{FF2B5EF4-FFF2-40B4-BE49-F238E27FC236}">
                <a16:creationId xmlns:a16="http://schemas.microsoft.com/office/drawing/2014/main" id="{FDE26E54-3264-4D3E-B1D7-A2818B9C1D64}"/>
              </a:ext>
            </a:extLst>
          </p:cNvPr>
          <p:cNvSpPr/>
          <p:nvPr/>
        </p:nvSpPr>
        <p:spPr>
          <a:xfrm>
            <a:off x="10557988" y="1802131"/>
            <a:ext cx="1228515" cy="75003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cxnSp>
        <p:nvCxnSpPr>
          <p:cNvPr id="105" name="Connector: Elbow 67">
            <a:extLst>
              <a:ext uri="{FF2B5EF4-FFF2-40B4-BE49-F238E27FC236}">
                <a16:creationId xmlns:a16="http://schemas.microsoft.com/office/drawing/2014/main" id="{5CBBEBBF-028A-4E20-99FE-C6B014D38EB0}"/>
              </a:ext>
            </a:extLst>
          </p:cNvPr>
          <p:cNvCxnSpPr>
            <a:cxnSpLocks/>
          </p:cNvCxnSpPr>
          <p:nvPr/>
        </p:nvCxnSpPr>
        <p:spPr>
          <a:xfrm rot="10800000">
            <a:off x="5035620" y="2647190"/>
            <a:ext cx="6185506" cy="946116"/>
          </a:xfrm>
          <a:prstGeom prst="bentConnector3">
            <a:avLst>
              <a:gd name="adj1" fmla="val 99985"/>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C1DDEA7-A496-4574-B216-17970B65D055}"/>
              </a:ext>
            </a:extLst>
          </p:cNvPr>
          <p:cNvCxnSpPr>
            <a:cxnSpLocks/>
          </p:cNvCxnSpPr>
          <p:nvPr/>
        </p:nvCxnSpPr>
        <p:spPr>
          <a:xfrm flipH="1">
            <a:off x="11221119" y="2552164"/>
            <a:ext cx="720" cy="1041143"/>
          </a:xfrm>
          <a:prstGeom prst="straightConnector1">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EDA9E666-A8B7-401E-A6E2-AFBBBE3E5F5F}"/>
              </a:ext>
            </a:extLst>
          </p:cNvPr>
          <p:cNvSpPr txBox="1"/>
          <p:nvPr/>
        </p:nvSpPr>
        <p:spPr>
          <a:xfrm>
            <a:off x="5524756" y="3342231"/>
            <a:ext cx="1596391" cy="208006"/>
          </a:xfrm>
          <a:prstGeom prst="rect">
            <a:avLst/>
          </a:prstGeom>
          <a:noFill/>
        </p:spPr>
        <p:txBody>
          <a:bodyPr wrap="square" lIns="0" tIns="0" rIns="0" bIns="0" rtlCol="0">
            <a:spAutoFit/>
          </a:bodyPr>
          <a:lstStyle/>
          <a:p>
            <a:pPr algn="ctr" defTabSz="914431" eaLnBrk="1" hangingPunct="1">
              <a:lnSpc>
                <a:spcPts val="1620"/>
              </a:lnSpc>
              <a:spcBef>
                <a:spcPts val="0"/>
              </a:spcBef>
              <a:spcAft>
                <a:spcPts val="600"/>
              </a:spcAft>
            </a:pPr>
            <a:r>
              <a:rPr lang="en-US" sz="1600" dirty="0">
                <a:solidFill>
                  <a:schemeClr val="tx2"/>
                </a:solidFill>
                <a:latin typeface="+mn-lt"/>
                <a:ea typeface="+mn-ea"/>
              </a:rPr>
              <a:t>Return CI results</a:t>
            </a:r>
          </a:p>
        </p:txBody>
      </p:sp>
      <p:sp>
        <p:nvSpPr>
          <p:cNvPr id="31" name="Rectangle: Rounded Corners 30">
            <a:extLst>
              <a:ext uri="{FF2B5EF4-FFF2-40B4-BE49-F238E27FC236}">
                <a16:creationId xmlns:a16="http://schemas.microsoft.com/office/drawing/2014/main" id="{613F11E8-3E80-6558-735F-E97DCACBA653}"/>
              </a:ext>
            </a:extLst>
          </p:cNvPr>
          <p:cNvSpPr/>
          <p:nvPr/>
        </p:nvSpPr>
        <p:spPr>
          <a:xfrm>
            <a:off x="631215" y="2504775"/>
            <a:ext cx="1422224" cy="94145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Local development &amp; debug</a:t>
            </a:r>
          </a:p>
        </p:txBody>
      </p:sp>
      <p:cxnSp>
        <p:nvCxnSpPr>
          <p:cNvPr id="32" name="Connector: Elbow 67">
            <a:extLst>
              <a:ext uri="{FF2B5EF4-FFF2-40B4-BE49-F238E27FC236}">
                <a16:creationId xmlns:a16="http://schemas.microsoft.com/office/drawing/2014/main" id="{B53A8258-1610-2C16-7837-C719435E3D79}"/>
              </a:ext>
            </a:extLst>
          </p:cNvPr>
          <p:cNvCxnSpPr>
            <a:cxnSpLocks/>
          </p:cNvCxnSpPr>
          <p:nvPr/>
        </p:nvCxnSpPr>
        <p:spPr>
          <a:xfrm flipH="1">
            <a:off x="2101864" y="3133387"/>
            <a:ext cx="614706" cy="0"/>
          </a:xfrm>
          <a:prstGeom prst="straightConnector1">
            <a:avLst/>
          </a:prstGeom>
          <a:ln w="285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67">
            <a:extLst>
              <a:ext uri="{FF2B5EF4-FFF2-40B4-BE49-F238E27FC236}">
                <a16:creationId xmlns:a16="http://schemas.microsoft.com/office/drawing/2014/main" id="{BD6D2F98-9106-E4A1-36A7-00409DD0E6A8}"/>
              </a:ext>
            </a:extLst>
          </p:cNvPr>
          <p:cNvCxnSpPr>
            <a:cxnSpLocks/>
          </p:cNvCxnSpPr>
          <p:nvPr/>
        </p:nvCxnSpPr>
        <p:spPr>
          <a:xfrm flipH="1">
            <a:off x="3637865" y="3593307"/>
            <a:ext cx="1625585"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835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53EA0-2B36-4F75-7BF4-F4EF4B59479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0C5EDB6-1BD6-A071-F4FD-5D3911E422F7}"/>
              </a:ext>
            </a:extLst>
          </p:cNvPr>
          <p:cNvSpPr/>
          <p:nvPr/>
        </p:nvSpPr>
        <p:spPr>
          <a:xfrm>
            <a:off x="407084" y="1031025"/>
            <a:ext cx="9128802" cy="5134919"/>
          </a:xfrm>
          <a:prstGeom prst="rect">
            <a:avLst/>
          </a:prstGeom>
          <a:solidFill>
            <a:srgbClr val="F2F2F2">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D9689BEE-65D0-7A7A-B197-B041675691E9}"/>
              </a:ext>
            </a:extLst>
          </p:cNvPr>
          <p:cNvSpPr/>
          <p:nvPr/>
        </p:nvSpPr>
        <p:spPr>
          <a:xfrm>
            <a:off x="1400849" y="1352668"/>
            <a:ext cx="7993318" cy="1976097"/>
          </a:xfrm>
          <a:prstGeom prst="rect">
            <a:avLst/>
          </a:prstGeom>
          <a:solidFill>
            <a:schemeClr val="bg1">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defRPr/>
            </a:pPr>
            <a:r>
              <a:rPr lang="en-US" sz="1400" b="1" spc="400" dirty="0">
                <a:solidFill>
                  <a:schemeClr val="tx1"/>
                </a:solidFill>
                <a:latin typeface="Aeonik Fono" panose="020B0504030300000000" pitchFamily="34" charset="0"/>
                <a:ea typeface="ＭＳ Ｐゴシック" charset="0"/>
              </a:rPr>
              <a:t>CLASSIC EMBEDDED DEVELOPMENT</a:t>
            </a:r>
          </a:p>
        </p:txBody>
      </p:sp>
      <p:pic>
        <p:nvPicPr>
          <p:cNvPr id="60" name="Picture 59">
            <a:extLst>
              <a:ext uri="{FF2B5EF4-FFF2-40B4-BE49-F238E27FC236}">
                <a16:creationId xmlns:a16="http://schemas.microsoft.com/office/drawing/2014/main" id="{2E82E6CE-92A5-2A20-D721-68B448FB025A}"/>
              </a:ext>
            </a:extLst>
          </p:cNvPr>
          <p:cNvPicPr>
            <a:picLocks noChangeAspect="1"/>
          </p:cNvPicPr>
          <p:nvPr/>
        </p:nvPicPr>
        <p:blipFill>
          <a:blip r:embed="rId3"/>
          <a:stretch>
            <a:fillRect/>
          </a:stretch>
        </p:blipFill>
        <p:spPr>
          <a:xfrm>
            <a:off x="584450" y="1410212"/>
            <a:ext cx="371504" cy="471311"/>
          </a:xfrm>
          <a:prstGeom prst="rect">
            <a:avLst/>
          </a:prstGeom>
        </p:spPr>
      </p:pic>
      <p:sp>
        <p:nvSpPr>
          <p:cNvPr id="61" name="Rectangle 60">
            <a:extLst>
              <a:ext uri="{FF2B5EF4-FFF2-40B4-BE49-F238E27FC236}">
                <a16:creationId xmlns:a16="http://schemas.microsoft.com/office/drawing/2014/main" id="{039AEC77-402E-1201-44BB-D7B3FC4611B3}"/>
              </a:ext>
            </a:extLst>
          </p:cNvPr>
          <p:cNvSpPr/>
          <p:nvPr/>
        </p:nvSpPr>
        <p:spPr>
          <a:xfrm>
            <a:off x="1400848" y="3879402"/>
            <a:ext cx="7993319" cy="1947572"/>
          </a:xfrm>
          <a:prstGeom prst="rect">
            <a:avLst/>
          </a:prstGeom>
          <a:solidFill>
            <a:schemeClr val="bg1">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defRPr/>
            </a:pPr>
            <a:r>
              <a:rPr kumimoji="0" lang="en-US" sz="1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   </a:t>
            </a:r>
            <a:r>
              <a:rPr lang="en-US" sz="1400" b="1" spc="400" dirty="0">
                <a:solidFill>
                  <a:schemeClr val="tx1"/>
                </a:solidFill>
                <a:latin typeface="Aeonik Fono" panose="020B0504030300000000" pitchFamily="34" charset="0"/>
                <a:ea typeface="ＭＳ Ｐゴシック"/>
              </a:rPr>
              <a:t>ML MODEL DEVELOPMENT  (</a:t>
            </a:r>
            <a:r>
              <a:rPr lang="en-US" sz="1400" b="1" spc="400" dirty="0" err="1">
                <a:solidFill>
                  <a:schemeClr val="tx1"/>
                </a:solidFill>
                <a:latin typeface="Aeonik Fono" panose="020B0504030300000000" pitchFamily="34" charset="0"/>
                <a:ea typeface="ＭＳ Ｐゴシック"/>
              </a:rPr>
              <a:t>MLOps</a:t>
            </a:r>
            <a:r>
              <a:rPr lang="en-US" sz="1400" b="1" spc="400" dirty="0">
                <a:solidFill>
                  <a:schemeClr val="tx1"/>
                </a:solidFill>
                <a:latin typeface="Aeonik Fono" panose="020B0504030300000000" pitchFamily="34" charset="0"/>
                <a:ea typeface="ＭＳ Ｐゴシック"/>
              </a:rPr>
              <a:t>)</a:t>
            </a:r>
            <a:endParaRPr lang="en-US" sz="1400" dirty="0">
              <a:solidFill>
                <a:schemeClr val="tx1"/>
              </a:solidFill>
              <a:latin typeface="Aeonik Fono" panose="020B0504030300000000" pitchFamily="34" charset="0"/>
              <a:ea typeface="ＭＳ Ｐゴシック" charset="0"/>
            </a:endParaRPr>
          </a:p>
        </p:txBody>
      </p:sp>
      <p:sp>
        <p:nvSpPr>
          <p:cNvPr id="63" name="Content Placeholder 2">
            <a:extLst>
              <a:ext uri="{FF2B5EF4-FFF2-40B4-BE49-F238E27FC236}">
                <a16:creationId xmlns:a16="http://schemas.microsoft.com/office/drawing/2014/main" id="{B1ACBE11-37DE-BA90-6AEC-87FD54D5AE52}"/>
              </a:ext>
            </a:extLst>
          </p:cNvPr>
          <p:cNvSpPr txBox="1">
            <a:spLocks/>
          </p:cNvSpPr>
          <p:nvPr/>
        </p:nvSpPr>
        <p:spPr>
          <a:xfrm>
            <a:off x="3683501" y="1510937"/>
            <a:ext cx="4824995" cy="170332"/>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a:extLst>
                    <a:ext uri="{96DAC541-7B7A-43D3-8B79-37D633B846F1}">
                      <asvg:svgBlip xmlns:asvg="http://schemas.microsoft.com/office/drawing/2016/SVG/main" r:embed="rId5"/>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endParaRPr kumimoji="0" lang="en-US" sz="1067" b="1" i="0" u="none" strike="noStrike" kern="1200" cap="none" spc="400" normalizeH="0" baseline="0" noProof="0">
              <a:ln>
                <a:noFill/>
              </a:ln>
              <a:solidFill>
                <a:schemeClr val="bg1"/>
              </a:solidFill>
              <a:effectLst/>
              <a:uLnTx/>
              <a:uFillTx/>
              <a:latin typeface="Aeonik Fono" panose="020B0504030300000000" pitchFamily="34" charset="0"/>
              <a:ea typeface="ＭＳ Ｐゴシック" charset="0"/>
            </a:endParaRPr>
          </a:p>
        </p:txBody>
      </p:sp>
      <p:cxnSp>
        <p:nvCxnSpPr>
          <p:cNvPr id="64" name="Straight Arrow Connector 63">
            <a:extLst>
              <a:ext uri="{FF2B5EF4-FFF2-40B4-BE49-F238E27FC236}">
                <a16:creationId xmlns:a16="http://schemas.microsoft.com/office/drawing/2014/main" id="{7431FE1E-51DC-CE76-50DE-FA3793809790}"/>
              </a:ext>
            </a:extLst>
          </p:cNvPr>
          <p:cNvCxnSpPr>
            <a:cxnSpLocks/>
            <a:stCxn id="105" idx="3"/>
            <a:endCxn id="106" idx="1"/>
          </p:cNvCxnSpPr>
          <p:nvPr/>
        </p:nvCxnSpPr>
        <p:spPr>
          <a:xfrm flipV="1">
            <a:off x="2483932" y="2232176"/>
            <a:ext cx="1171756" cy="257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4ED12F4-FBB1-1EA9-70C7-5807A04DB713}"/>
              </a:ext>
            </a:extLst>
          </p:cNvPr>
          <p:cNvCxnSpPr>
            <a:cxnSpLocks/>
          </p:cNvCxnSpPr>
          <p:nvPr/>
        </p:nvCxnSpPr>
        <p:spPr>
          <a:xfrm>
            <a:off x="4559008" y="2223366"/>
            <a:ext cx="3071484"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A8F982D-CC9E-6900-4BE0-38574FC1AB0B}"/>
              </a:ext>
            </a:extLst>
          </p:cNvPr>
          <p:cNvCxnSpPr>
            <a:cxnSpLocks/>
            <a:stCxn id="107" idx="3"/>
            <a:endCxn id="108" idx="1"/>
          </p:cNvCxnSpPr>
          <p:nvPr/>
        </p:nvCxnSpPr>
        <p:spPr>
          <a:xfrm>
            <a:off x="7749704" y="2241920"/>
            <a:ext cx="530363" cy="492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274CD40-C8D6-DE13-07F8-F3E8E1381493}"/>
              </a:ext>
            </a:extLst>
          </p:cNvPr>
          <p:cNvCxnSpPr>
            <a:cxnSpLocks/>
            <a:endCxn id="109" idx="0"/>
          </p:cNvCxnSpPr>
          <p:nvPr/>
        </p:nvCxnSpPr>
        <p:spPr>
          <a:xfrm>
            <a:off x="5711270" y="2219958"/>
            <a:ext cx="183" cy="18130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8" name="Process 67">
            <a:extLst>
              <a:ext uri="{FF2B5EF4-FFF2-40B4-BE49-F238E27FC236}">
                <a16:creationId xmlns:a16="http://schemas.microsoft.com/office/drawing/2014/main" id="{57E49395-EA3D-6B0D-F08D-AA8BF39ADD61}"/>
              </a:ext>
            </a:extLst>
          </p:cNvPr>
          <p:cNvSpPr/>
          <p:nvPr/>
        </p:nvSpPr>
        <p:spPr>
          <a:xfrm>
            <a:off x="1625073" y="4427234"/>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Search</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Model</a:t>
            </a:r>
          </a:p>
        </p:txBody>
      </p:sp>
      <p:sp>
        <p:nvSpPr>
          <p:cNvPr id="75" name="Process 74">
            <a:extLst>
              <a:ext uri="{FF2B5EF4-FFF2-40B4-BE49-F238E27FC236}">
                <a16:creationId xmlns:a16="http://schemas.microsoft.com/office/drawing/2014/main" id="{D9BC0810-92E5-3C9F-1E91-B241F7196253}"/>
              </a:ext>
            </a:extLst>
          </p:cNvPr>
          <p:cNvSpPr/>
          <p:nvPr/>
        </p:nvSpPr>
        <p:spPr>
          <a:xfrm>
            <a:off x="8319387" y="4427234"/>
            <a:ext cx="86400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a:t>
            </a:r>
            <a:b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ML Model</a:t>
            </a:r>
          </a:p>
        </p:txBody>
      </p:sp>
      <p:sp>
        <p:nvSpPr>
          <p:cNvPr id="83" name="TextBox 82">
            <a:extLst>
              <a:ext uri="{FF2B5EF4-FFF2-40B4-BE49-F238E27FC236}">
                <a16:creationId xmlns:a16="http://schemas.microsoft.com/office/drawing/2014/main" id="{03114432-A101-FA04-58DA-CD564943CA56}"/>
              </a:ext>
            </a:extLst>
          </p:cNvPr>
          <p:cNvSpPr txBox="1"/>
          <p:nvPr/>
        </p:nvSpPr>
        <p:spPr>
          <a:xfrm>
            <a:off x="6677635" y="5593418"/>
            <a:ext cx="2201628" cy="193899"/>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00EAE7">
                    <a:lumMod val="75000"/>
                  </a:srgbClr>
                </a:solidFill>
                <a:effectLst/>
                <a:uLnTx/>
                <a:uFillTx/>
                <a:latin typeface="+mn-lt"/>
                <a:ea typeface="ＭＳ Ｐゴシック" panose="020B0600070205080204" pitchFamily="34" charset="-128"/>
                <a:cs typeface="Calibri" panose="020F0502020204030204" pitchFamily="34" charset="0"/>
              </a:rPr>
              <a:t>Arm tools integrate here</a:t>
            </a:r>
            <a:r>
              <a:rPr kumimoji="0" lang="en-US" sz="1400" b="1" i="0" u="none" strike="noStrike" kern="1200" cap="none" spc="0" normalizeH="0" baseline="0" noProof="0" dirty="0">
                <a:ln>
                  <a:noFill/>
                </a:ln>
                <a:solidFill>
                  <a:srgbClr val="00EAE7">
                    <a:lumMod val="50000"/>
                  </a:srgbClr>
                </a:solidFill>
                <a:effectLst/>
                <a:uLnTx/>
                <a:uFillTx/>
                <a:latin typeface="+mn-lt"/>
                <a:ea typeface="ＭＳ Ｐゴシック" panose="020B0600070205080204" pitchFamily="34" charset="-128"/>
                <a:cs typeface="Calibri" panose="020F0502020204030204" pitchFamily="34" charset="0"/>
              </a:rPr>
              <a:t> </a:t>
            </a:r>
          </a:p>
        </p:txBody>
      </p:sp>
      <p:sp>
        <p:nvSpPr>
          <p:cNvPr id="86" name="Right Brace 85">
            <a:extLst>
              <a:ext uri="{FF2B5EF4-FFF2-40B4-BE49-F238E27FC236}">
                <a16:creationId xmlns:a16="http://schemas.microsoft.com/office/drawing/2014/main" id="{3536DF1C-1A47-DB3A-9A0F-D314A9AEC0D3}"/>
              </a:ext>
            </a:extLst>
          </p:cNvPr>
          <p:cNvSpPr/>
          <p:nvPr/>
        </p:nvSpPr>
        <p:spPr>
          <a:xfrm>
            <a:off x="1015847" y="3872496"/>
            <a:ext cx="384503" cy="1954477"/>
          </a:xfrm>
          <a:prstGeom prst="rightBrace">
            <a:avLst>
              <a:gd name="adj1" fmla="val 0"/>
              <a:gd name="adj2" fmla="val 50000"/>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sp>
        <p:nvSpPr>
          <p:cNvPr id="87" name="Right Brace 86">
            <a:extLst>
              <a:ext uri="{FF2B5EF4-FFF2-40B4-BE49-F238E27FC236}">
                <a16:creationId xmlns:a16="http://schemas.microsoft.com/office/drawing/2014/main" id="{57F8667E-2629-6242-C257-02150849EC1D}"/>
              </a:ext>
            </a:extLst>
          </p:cNvPr>
          <p:cNvSpPr/>
          <p:nvPr/>
        </p:nvSpPr>
        <p:spPr>
          <a:xfrm>
            <a:off x="1015847" y="1364273"/>
            <a:ext cx="384503" cy="1954477"/>
          </a:xfrm>
          <a:prstGeom prst="rightBrace">
            <a:avLst>
              <a:gd name="adj1" fmla="val 0"/>
              <a:gd name="adj2" fmla="val 50000"/>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88" name="Graphic 87">
            <a:extLst>
              <a:ext uri="{FF2B5EF4-FFF2-40B4-BE49-F238E27FC236}">
                <a16:creationId xmlns:a16="http://schemas.microsoft.com/office/drawing/2014/main" id="{3A1FDAF3-B445-021F-320B-2A0F61F221D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123" y="4187943"/>
            <a:ext cx="306905" cy="391304"/>
          </a:xfrm>
          <a:prstGeom prst="rect">
            <a:avLst/>
          </a:prstGeom>
        </p:spPr>
      </p:pic>
      <p:grpSp>
        <p:nvGrpSpPr>
          <p:cNvPr id="89" name="Group 88">
            <a:extLst>
              <a:ext uri="{FF2B5EF4-FFF2-40B4-BE49-F238E27FC236}">
                <a16:creationId xmlns:a16="http://schemas.microsoft.com/office/drawing/2014/main" id="{B4B953BA-E556-D23E-6988-27DDFD43AFBF}"/>
              </a:ext>
            </a:extLst>
          </p:cNvPr>
          <p:cNvGrpSpPr/>
          <p:nvPr/>
        </p:nvGrpSpPr>
        <p:grpSpPr>
          <a:xfrm>
            <a:off x="595278" y="5010953"/>
            <a:ext cx="384503" cy="384503"/>
            <a:chOff x="721725" y="3919501"/>
            <a:chExt cx="313433" cy="313433"/>
          </a:xfrm>
        </p:grpSpPr>
        <p:pic>
          <p:nvPicPr>
            <p:cNvPr id="90" name="Graphic 89">
              <a:extLst>
                <a:ext uri="{FF2B5EF4-FFF2-40B4-BE49-F238E27FC236}">
                  <a16:creationId xmlns:a16="http://schemas.microsoft.com/office/drawing/2014/main" id="{37CEF4D2-01D5-E8B9-69D9-63164CDBF09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1725" y="3919501"/>
              <a:ext cx="313433" cy="313433"/>
            </a:xfrm>
            <a:prstGeom prst="rect">
              <a:avLst/>
            </a:prstGeom>
          </p:spPr>
        </p:pic>
        <p:sp>
          <p:nvSpPr>
            <p:cNvPr id="91" name="Freeform 90">
              <a:extLst>
                <a:ext uri="{FF2B5EF4-FFF2-40B4-BE49-F238E27FC236}">
                  <a16:creationId xmlns:a16="http://schemas.microsoft.com/office/drawing/2014/main" id="{A82C1885-0263-A597-BC65-5D0D258DFF8D}"/>
                </a:ext>
              </a:extLst>
            </p:cNvPr>
            <p:cNvSpPr/>
            <p:nvPr/>
          </p:nvSpPr>
          <p:spPr>
            <a:xfrm>
              <a:off x="758702" y="3988434"/>
              <a:ext cx="165333" cy="112834"/>
            </a:xfrm>
            <a:custGeom>
              <a:avLst/>
              <a:gdLst>
                <a:gd name="connsiteX0" fmla="*/ 181043 w 217634"/>
                <a:gd name="connsiteY0" fmla="*/ 67879 h 148528"/>
                <a:gd name="connsiteX1" fmla="*/ 147055 w 217634"/>
                <a:gd name="connsiteY1" fmla="*/ 22643 h 148528"/>
                <a:gd name="connsiteX2" fmla="*/ 113115 w 217634"/>
                <a:gd name="connsiteY2" fmla="*/ 113164 h 148528"/>
                <a:gd name="connsiteX3" fmla="*/ 79176 w 217634"/>
                <a:gd name="connsiteY3" fmla="*/ 0 h 148528"/>
                <a:gd name="connsiteX4" fmla="*/ 45236 w 217634"/>
                <a:gd name="connsiteY4" fmla="*/ 67879 h 148528"/>
                <a:gd name="connsiteX5" fmla="*/ 0 w 217634"/>
                <a:gd name="connsiteY5" fmla="*/ 67879 h 148528"/>
                <a:gd name="connsiteX6" fmla="*/ 0 w 217634"/>
                <a:gd name="connsiteY6" fmla="*/ 79176 h 148528"/>
                <a:gd name="connsiteX7" fmla="*/ 45236 w 217634"/>
                <a:gd name="connsiteY7" fmla="*/ 79176 h 148528"/>
                <a:gd name="connsiteX8" fmla="*/ 52211 w 217634"/>
                <a:gd name="connsiteY8" fmla="*/ 79176 h 148528"/>
                <a:gd name="connsiteX9" fmla="*/ 55354 w 217634"/>
                <a:gd name="connsiteY9" fmla="*/ 72938 h 148528"/>
                <a:gd name="connsiteX10" fmla="*/ 76523 w 217634"/>
                <a:gd name="connsiteY10" fmla="*/ 30550 h 148528"/>
                <a:gd name="connsiteX11" fmla="*/ 102310 w 217634"/>
                <a:gd name="connsiteY11" fmla="*/ 116406 h 148528"/>
                <a:gd name="connsiteX12" fmla="*/ 111936 w 217634"/>
                <a:gd name="connsiteY12" fmla="*/ 148528 h 148528"/>
                <a:gd name="connsiteX13" fmla="*/ 123724 w 217634"/>
                <a:gd name="connsiteY13" fmla="*/ 117143 h 148528"/>
                <a:gd name="connsiteX14" fmla="*/ 150395 w 217634"/>
                <a:gd name="connsiteY14" fmla="*/ 45924 h 148528"/>
                <a:gd name="connsiteX15" fmla="*/ 171957 w 217634"/>
                <a:gd name="connsiteY15" fmla="*/ 74657 h 148528"/>
                <a:gd name="connsiteX16" fmla="*/ 175346 w 217634"/>
                <a:gd name="connsiteY16" fmla="*/ 79176 h 148528"/>
                <a:gd name="connsiteX17" fmla="*/ 181043 w 217634"/>
                <a:gd name="connsiteY17" fmla="*/ 79176 h 148528"/>
                <a:gd name="connsiteX18" fmla="*/ 217635 w 217634"/>
                <a:gd name="connsiteY18" fmla="*/ 79176 h 148528"/>
                <a:gd name="connsiteX19" fmla="*/ 217635 w 217634"/>
                <a:gd name="connsiteY19" fmla="*/ 67879 h 148528"/>
                <a:gd name="connsiteX20" fmla="*/ 181043 w 217634"/>
                <a:gd name="connsiteY20" fmla="*/ 67879 h 14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7634" h="148528">
                  <a:moveTo>
                    <a:pt x="181043" y="67879"/>
                  </a:moveTo>
                  <a:lnTo>
                    <a:pt x="147055" y="22643"/>
                  </a:lnTo>
                  <a:lnTo>
                    <a:pt x="113115" y="113164"/>
                  </a:lnTo>
                  <a:lnTo>
                    <a:pt x="79176" y="0"/>
                  </a:lnTo>
                  <a:lnTo>
                    <a:pt x="45236" y="67879"/>
                  </a:lnTo>
                  <a:lnTo>
                    <a:pt x="0" y="67879"/>
                  </a:lnTo>
                  <a:lnTo>
                    <a:pt x="0" y="79176"/>
                  </a:lnTo>
                  <a:lnTo>
                    <a:pt x="45236" y="79176"/>
                  </a:lnTo>
                  <a:lnTo>
                    <a:pt x="52211" y="79176"/>
                  </a:lnTo>
                  <a:lnTo>
                    <a:pt x="55354" y="72938"/>
                  </a:lnTo>
                  <a:lnTo>
                    <a:pt x="76523" y="30550"/>
                  </a:lnTo>
                  <a:lnTo>
                    <a:pt x="102310" y="116406"/>
                  </a:lnTo>
                  <a:lnTo>
                    <a:pt x="111936" y="148528"/>
                  </a:lnTo>
                  <a:lnTo>
                    <a:pt x="123724" y="117143"/>
                  </a:lnTo>
                  <a:lnTo>
                    <a:pt x="150395" y="45924"/>
                  </a:lnTo>
                  <a:lnTo>
                    <a:pt x="171957" y="74657"/>
                  </a:lnTo>
                  <a:lnTo>
                    <a:pt x="175346" y="79176"/>
                  </a:lnTo>
                  <a:lnTo>
                    <a:pt x="181043" y="79176"/>
                  </a:lnTo>
                  <a:lnTo>
                    <a:pt x="217635" y="79176"/>
                  </a:lnTo>
                  <a:lnTo>
                    <a:pt x="217635" y="67879"/>
                  </a:lnTo>
                  <a:lnTo>
                    <a:pt x="181043" y="67879"/>
                  </a:lnTo>
                  <a:close/>
                </a:path>
              </a:pathLst>
            </a:custGeom>
            <a:solidFill>
              <a:srgbClr val="00C1DE"/>
            </a:solidFill>
            <a:ln w="0" cap="flat">
              <a:noFill/>
              <a:prstDash val="solid"/>
              <a:miter/>
            </a:ln>
          </p:spPr>
          <p:txBody>
            <a:bodyPr rtlCol="0" anchor="ct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sp>
        <p:nvSpPr>
          <p:cNvPr id="92" name="TextBox 91">
            <a:extLst>
              <a:ext uri="{FF2B5EF4-FFF2-40B4-BE49-F238E27FC236}">
                <a16:creationId xmlns:a16="http://schemas.microsoft.com/office/drawing/2014/main" id="{62FBC38E-A690-8320-DF2B-9FC9433C3A22}"/>
              </a:ext>
            </a:extLst>
          </p:cNvPr>
          <p:cNvSpPr txBox="1"/>
          <p:nvPr/>
        </p:nvSpPr>
        <p:spPr>
          <a:xfrm>
            <a:off x="407084" y="463424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93" name="TextBox 92">
            <a:extLst>
              <a:ext uri="{FF2B5EF4-FFF2-40B4-BE49-F238E27FC236}">
                <a16:creationId xmlns:a16="http://schemas.microsoft.com/office/drawing/2014/main" id="{3B569213-69CB-585C-6CEE-A562A1D71991}"/>
              </a:ext>
            </a:extLst>
          </p:cNvPr>
          <p:cNvSpPr txBox="1"/>
          <p:nvPr/>
        </p:nvSpPr>
        <p:spPr>
          <a:xfrm>
            <a:off x="407084" y="5435111"/>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Use-Case</a:t>
            </a:r>
          </a:p>
        </p:txBody>
      </p:sp>
      <p:cxnSp>
        <p:nvCxnSpPr>
          <p:cNvPr id="94" name="Elbow Connector 93">
            <a:extLst>
              <a:ext uri="{FF2B5EF4-FFF2-40B4-BE49-F238E27FC236}">
                <a16:creationId xmlns:a16="http://schemas.microsoft.com/office/drawing/2014/main" id="{DFE71A86-01A8-DA25-9EB4-78324E3041DB}"/>
              </a:ext>
            </a:extLst>
          </p:cNvPr>
          <p:cNvCxnSpPr>
            <a:cxnSpLocks/>
            <a:stCxn id="88" idx="0"/>
            <a:endCxn id="109" idx="2"/>
          </p:cNvCxnSpPr>
          <p:nvPr/>
        </p:nvCxnSpPr>
        <p:spPr>
          <a:xfrm rot="5400000" flipH="1" flipV="1">
            <a:off x="2772532" y="1249023"/>
            <a:ext cx="937964" cy="4939876"/>
          </a:xfrm>
          <a:prstGeom prst="bentConnector3">
            <a:avLst>
              <a:gd name="adj1" fmla="val 60539"/>
            </a:avLst>
          </a:prstGeom>
          <a:ln w="15875">
            <a:solidFill>
              <a:srgbClr val="00C1DE"/>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5" name="Elbow Connector 94">
            <a:extLst>
              <a:ext uri="{FF2B5EF4-FFF2-40B4-BE49-F238E27FC236}">
                <a16:creationId xmlns:a16="http://schemas.microsoft.com/office/drawing/2014/main" id="{59989B8C-0C23-5351-7370-ED91FE32BC01}"/>
              </a:ext>
            </a:extLst>
          </p:cNvPr>
          <p:cNvCxnSpPr>
            <a:cxnSpLocks/>
            <a:stCxn id="75" idx="0"/>
            <a:endCxn id="107" idx="2"/>
          </p:cNvCxnSpPr>
          <p:nvPr/>
        </p:nvCxnSpPr>
        <p:spPr>
          <a:xfrm rot="16200000" flipV="1">
            <a:off x="7144238" y="2820084"/>
            <a:ext cx="1760956" cy="1453343"/>
          </a:xfrm>
          <a:prstGeom prst="bentConnector3">
            <a:avLst>
              <a:gd name="adj1" fmla="val 45790"/>
            </a:avLst>
          </a:prstGeom>
          <a:ln w="15875">
            <a:solidFill>
              <a:srgbClr val="00C1DE"/>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97" name="Picture 96">
            <a:extLst>
              <a:ext uri="{FF2B5EF4-FFF2-40B4-BE49-F238E27FC236}">
                <a16:creationId xmlns:a16="http://schemas.microsoft.com/office/drawing/2014/main" id="{4F6CA51F-B3AB-9289-BA0A-0AF0A9C39B96}"/>
              </a:ext>
            </a:extLst>
          </p:cNvPr>
          <p:cNvPicPr>
            <a:picLocks noChangeAspect="1"/>
          </p:cNvPicPr>
          <p:nvPr/>
        </p:nvPicPr>
        <p:blipFill>
          <a:blip r:embed="rId8"/>
          <a:stretch>
            <a:fillRect/>
          </a:stretch>
        </p:blipFill>
        <p:spPr>
          <a:xfrm>
            <a:off x="594437" y="2213998"/>
            <a:ext cx="354609" cy="323203"/>
          </a:xfrm>
          <a:prstGeom prst="rect">
            <a:avLst/>
          </a:prstGeom>
        </p:spPr>
      </p:pic>
      <p:pic>
        <p:nvPicPr>
          <p:cNvPr id="98" name="Picture 97">
            <a:extLst>
              <a:ext uri="{FF2B5EF4-FFF2-40B4-BE49-F238E27FC236}">
                <a16:creationId xmlns:a16="http://schemas.microsoft.com/office/drawing/2014/main" id="{1DEDE6C5-5A2A-6862-3547-136F40C4E504}"/>
              </a:ext>
            </a:extLst>
          </p:cNvPr>
          <p:cNvPicPr>
            <a:picLocks noChangeAspect="1"/>
          </p:cNvPicPr>
          <p:nvPr/>
        </p:nvPicPr>
        <p:blipFill>
          <a:blip r:embed="rId9"/>
          <a:stretch>
            <a:fillRect/>
          </a:stretch>
        </p:blipFill>
        <p:spPr>
          <a:xfrm>
            <a:off x="568754" y="2875482"/>
            <a:ext cx="405975" cy="194161"/>
          </a:xfrm>
          <a:prstGeom prst="rect">
            <a:avLst/>
          </a:prstGeom>
        </p:spPr>
      </p:pic>
      <p:sp>
        <p:nvSpPr>
          <p:cNvPr id="99" name="TextBox 98">
            <a:extLst>
              <a:ext uri="{FF2B5EF4-FFF2-40B4-BE49-F238E27FC236}">
                <a16:creationId xmlns:a16="http://schemas.microsoft.com/office/drawing/2014/main" id="{A73BE0EC-11F5-5F57-D584-9AC746E2569A}"/>
              </a:ext>
            </a:extLst>
          </p:cNvPr>
          <p:cNvSpPr txBox="1"/>
          <p:nvPr/>
        </p:nvSpPr>
        <p:spPr>
          <a:xfrm>
            <a:off x="407084" y="192380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100" name="TextBox 99">
            <a:extLst>
              <a:ext uri="{FF2B5EF4-FFF2-40B4-BE49-F238E27FC236}">
                <a16:creationId xmlns:a16="http://schemas.microsoft.com/office/drawing/2014/main" id="{EB680A92-8B8C-5843-5A24-1E30FAD3E8D5}"/>
              </a:ext>
            </a:extLst>
          </p:cNvPr>
          <p:cNvSpPr txBox="1"/>
          <p:nvPr/>
        </p:nvSpPr>
        <p:spPr>
          <a:xfrm>
            <a:off x="407084" y="258185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101" name="TextBox 100">
            <a:extLst>
              <a:ext uri="{FF2B5EF4-FFF2-40B4-BE49-F238E27FC236}">
                <a16:creationId xmlns:a16="http://schemas.microsoft.com/office/drawing/2014/main" id="{5CE3FD77-2516-5696-C310-8032083BC332}"/>
              </a:ext>
            </a:extLst>
          </p:cNvPr>
          <p:cNvSpPr txBox="1"/>
          <p:nvPr/>
        </p:nvSpPr>
        <p:spPr>
          <a:xfrm>
            <a:off x="407084" y="312132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76C55483-A46A-C77D-FDDF-ED10BA9D2FE8}"/>
              </a:ext>
            </a:extLst>
          </p:cNvPr>
          <p:cNvSpPr/>
          <p:nvPr/>
        </p:nvSpPr>
        <p:spPr>
          <a:xfrm>
            <a:off x="1619932" y="1810388"/>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4A898CCA-E112-1688-066A-C44AEBEA894F}"/>
              </a:ext>
            </a:extLst>
          </p:cNvPr>
          <p:cNvSpPr/>
          <p:nvPr/>
        </p:nvSpPr>
        <p:spPr>
          <a:xfrm>
            <a:off x="3655688" y="1807817"/>
            <a:ext cx="972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0421C68A-ED21-95E9-6CAF-90FD309DA0EF}"/>
              </a:ext>
            </a:extLst>
          </p:cNvPr>
          <p:cNvSpPr/>
          <p:nvPr/>
        </p:nvSpPr>
        <p:spPr>
          <a:xfrm>
            <a:off x="6846384" y="1817561"/>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90B73A63-B129-1640-D93B-4B8B34254037}"/>
              </a:ext>
            </a:extLst>
          </p:cNvPr>
          <p:cNvSpPr/>
          <p:nvPr/>
        </p:nvSpPr>
        <p:spPr>
          <a:xfrm>
            <a:off x="8280067" y="182248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73796481-E0CD-1B53-50EE-FB3D9EE18348}"/>
              </a:ext>
            </a:extLst>
          </p:cNvPr>
          <p:cNvSpPr/>
          <p:nvPr/>
        </p:nvSpPr>
        <p:spPr>
          <a:xfrm>
            <a:off x="5259792" y="2401262"/>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Data Capturing</a:t>
            </a:r>
          </a:p>
        </p:txBody>
      </p:sp>
      <p:sp>
        <p:nvSpPr>
          <p:cNvPr id="18" name="Left Brace 17">
            <a:extLst>
              <a:ext uri="{FF2B5EF4-FFF2-40B4-BE49-F238E27FC236}">
                <a16:creationId xmlns:a16="http://schemas.microsoft.com/office/drawing/2014/main" id="{0700FFA6-6748-F724-8179-3614CE540035}"/>
              </a:ext>
            </a:extLst>
          </p:cNvPr>
          <p:cNvSpPr/>
          <p:nvPr/>
        </p:nvSpPr>
        <p:spPr>
          <a:xfrm rot="16200000">
            <a:off x="7639233" y="4001142"/>
            <a:ext cx="278432" cy="2809876"/>
          </a:xfrm>
          <a:prstGeom prst="leftBrace">
            <a:avLst/>
          </a:prstGeom>
          <a:ln>
            <a:solidFill>
              <a:schemeClr val="accent4">
                <a:lumMod val="75000"/>
              </a:schemeClr>
            </a:solidFill>
            <a:headEnd type="none" w="med" len="med"/>
            <a:tailEnd type="none" w="med" len="med"/>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en-DE"/>
          </a:p>
        </p:txBody>
      </p:sp>
      <p:cxnSp>
        <p:nvCxnSpPr>
          <p:cNvPr id="20" name="Straight Arrow Connector 19">
            <a:extLst>
              <a:ext uri="{FF2B5EF4-FFF2-40B4-BE49-F238E27FC236}">
                <a16:creationId xmlns:a16="http://schemas.microsoft.com/office/drawing/2014/main" id="{DF9EBD21-39D4-CE56-E984-EAF5A81CCDE7}"/>
              </a:ext>
            </a:extLst>
          </p:cNvPr>
          <p:cNvCxnSpPr>
            <a:cxnSpLocks/>
            <a:stCxn id="68" idx="3"/>
            <a:endCxn id="75" idx="1"/>
          </p:cNvCxnSpPr>
          <p:nvPr/>
        </p:nvCxnSpPr>
        <p:spPr>
          <a:xfrm>
            <a:off x="2489073" y="4851593"/>
            <a:ext cx="5830314" cy="0"/>
          </a:xfrm>
          <a:prstGeom prst="straightConnector1">
            <a:avLst/>
          </a:prstGeom>
          <a:ln w="15875">
            <a:solidFill>
              <a:srgbClr val="00C1DE"/>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9" name="Process 68">
            <a:extLst>
              <a:ext uri="{FF2B5EF4-FFF2-40B4-BE49-F238E27FC236}">
                <a16:creationId xmlns:a16="http://schemas.microsoft.com/office/drawing/2014/main" id="{F28BD868-FDDB-C632-2CBD-930E525DC115}"/>
              </a:ext>
            </a:extLst>
          </p:cNvPr>
          <p:cNvSpPr/>
          <p:nvPr/>
        </p:nvSpPr>
        <p:spPr>
          <a:xfrm>
            <a:off x="2576615" y="4427234"/>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Compress</a:t>
            </a:r>
            <a:endPar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a:p>
            <a:pPr lvl="0" algn="ctr" defTabSz="1219170">
              <a:defRPr/>
            </a:pPr>
            <a:r>
              <a:rPr lang="en-GB" sz="1200">
                <a:solidFill>
                  <a:srgbClr val="FFFFFF"/>
                </a:solidFill>
                <a:latin typeface="Aeonik" panose="020B0503030300000000" pitchFamily="34" charset="0"/>
                <a:cs typeface="Calibri" panose="020F0502020204030204" pitchFamily="34" charset="0"/>
              </a:rPr>
              <a:t>Model</a:t>
            </a:r>
            <a:endPar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70" name="Process 69">
            <a:extLst>
              <a:ext uri="{FF2B5EF4-FFF2-40B4-BE49-F238E27FC236}">
                <a16:creationId xmlns:a16="http://schemas.microsoft.com/office/drawing/2014/main" id="{1B9CAF9D-3596-CA72-D067-A56483D5B2AF}"/>
              </a:ext>
            </a:extLst>
          </p:cNvPr>
          <p:cNvSpPr/>
          <p:nvPr/>
        </p:nvSpPr>
        <p:spPr>
          <a:xfrm>
            <a:off x="3525184" y="4423032"/>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Train</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Model</a:t>
            </a:r>
          </a:p>
        </p:txBody>
      </p:sp>
      <p:sp>
        <p:nvSpPr>
          <p:cNvPr id="71" name="Process 70">
            <a:extLst>
              <a:ext uri="{FF2B5EF4-FFF2-40B4-BE49-F238E27FC236}">
                <a16:creationId xmlns:a16="http://schemas.microsoft.com/office/drawing/2014/main" id="{C795EE1F-4C32-4E00-707C-C15AD5854D25}"/>
              </a:ext>
            </a:extLst>
          </p:cNvPr>
          <p:cNvSpPr/>
          <p:nvPr/>
        </p:nvSpPr>
        <p:spPr>
          <a:xfrm>
            <a:off x="4475063" y="4423031"/>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Weight clustering</a:t>
            </a:r>
          </a:p>
        </p:txBody>
      </p:sp>
      <p:sp>
        <p:nvSpPr>
          <p:cNvPr id="72" name="Process 71">
            <a:extLst>
              <a:ext uri="{FF2B5EF4-FFF2-40B4-BE49-F238E27FC236}">
                <a16:creationId xmlns:a16="http://schemas.microsoft.com/office/drawing/2014/main" id="{5CB8DE81-07C6-231A-3EF1-CC1A6889F98B}"/>
              </a:ext>
            </a:extLst>
          </p:cNvPr>
          <p:cNvSpPr/>
          <p:nvPr/>
        </p:nvSpPr>
        <p:spPr>
          <a:xfrm>
            <a:off x="5426605" y="4423030"/>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Quantize</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1200">
                <a:solidFill>
                  <a:srgbClr val="FFFFFF"/>
                </a:solidFill>
                <a:latin typeface="Aeonik" panose="020B0503030300000000" pitchFamily="34" charset="0"/>
                <a:cs typeface="Calibri" panose="020F0502020204030204" pitchFamily="34" charset="0"/>
              </a:rPr>
              <a:t>Model</a:t>
            </a: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73" name="Process 72">
            <a:extLst>
              <a:ext uri="{FF2B5EF4-FFF2-40B4-BE49-F238E27FC236}">
                <a16:creationId xmlns:a16="http://schemas.microsoft.com/office/drawing/2014/main" id="{696446AF-5C1D-C494-FA71-35D44CC2AD67}"/>
              </a:ext>
            </a:extLst>
          </p:cNvPr>
          <p:cNvSpPr/>
          <p:nvPr/>
        </p:nvSpPr>
        <p:spPr>
          <a:xfrm>
            <a:off x="6373511" y="4423029"/>
            <a:ext cx="86400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Compile</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1200">
                <a:solidFill>
                  <a:srgbClr val="FFFFFF"/>
                </a:solidFill>
                <a:latin typeface="Aeonik" panose="020B0503030300000000" pitchFamily="34" charset="0"/>
                <a:cs typeface="Calibri" panose="020F0502020204030204" pitchFamily="34" charset="0"/>
              </a:rPr>
              <a:t>Model</a:t>
            </a: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74" name="Process 73">
            <a:extLst>
              <a:ext uri="{FF2B5EF4-FFF2-40B4-BE49-F238E27FC236}">
                <a16:creationId xmlns:a16="http://schemas.microsoft.com/office/drawing/2014/main" id="{3280C807-C264-F619-0E9B-F5D0FF3B7B65}"/>
              </a:ext>
            </a:extLst>
          </p:cNvPr>
          <p:cNvSpPr/>
          <p:nvPr/>
        </p:nvSpPr>
        <p:spPr>
          <a:xfrm>
            <a:off x="7335517" y="4418984"/>
            <a:ext cx="86400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Validate</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1200">
                <a:solidFill>
                  <a:srgbClr val="FFFFFF"/>
                </a:solidFill>
                <a:latin typeface="Aeonik" panose="020B0503030300000000" pitchFamily="34" charset="0"/>
                <a:cs typeface="Calibri" panose="020F0502020204030204" pitchFamily="34" charset="0"/>
              </a:rPr>
              <a:t>Model</a:t>
            </a: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9" name="TextBox 8">
            <a:extLst>
              <a:ext uri="{FF2B5EF4-FFF2-40B4-BE49-F238E27FC236}">
                <a16:creationId xmlns:a16="http://schemas.microsoft.com/office/drawing/2014/main" id="{99E25EBF-7EF4-0931-40B3-A8C284DE7233}"/>
              </a:ext>
            </a:extLst>
          </p:cNvPr>
          <p:cNvSpPr txBox="1"/>
          <p:nvPr/>
        </p:nvSpPr>
        <p:spPr>
          <a:xfrm>
            <a:off x="6785091" y="1058366"/>
            <a:ext cx="2593910" cy="290849"/>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Keil MDK</a:t>
            </a:r>
          </a:p>
        </p:txBody>
      </p:sp>
      <p:sp>
        <p:nvSpPr>
          <p:cNvPr id="10" name="TextBox 9">
            <a:extLst>
              <a:ext uri="{FF2B5EF4-FFF2-40B4-BE49-F238E27FC236}">
                <a16:creationId xmlns:a16="http://schemas.microsoft.com/office/drawing/2014/main" id="{AC70A661-7CD5-B4EF-D0E9-C85678726F50}"/>
              </a:ext>
            </a:extLst>
          </p:cNvPr>
          <p:cNvSpPr txBox="1"/>
          <p:nvPr/>
        </p:nvSpPr>
        <p:spPr>
          <a:xfrm>
            <a:off x="5339063" y="5875096"/>
            <a:ext cx="4060747" cy="290849"/>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Arm Ecosystem Partners</a:t>
            </a:r>
          </a:p>
        </p:txBody>
      </p:sp>
    </p:spTree>
    <p:extLst>
      <p:ext uri="{BB962C8B-B14F-4D97-AF65-F5344CB8AC3E}">
        <p14:creationId xmlns:p14="http://schemas.microsoft.com/office/powerpoint/2010/main" val="3241654516"/>
      </p:ext>
    </p:extLst>
  </p:cSld>
  <p:clrMapOvr>
    <a:masterClrMapping/>
  </p:clrMapOvr>
  <mc:AlternateContent xmlns:mc="http://schemas.openxmlformats.org/markup-compatibility/2006" xmlns:p14="http://schemas.microsoft.com/office/powerpoint/2010/main">
    <mc:Choice Requires="p14">
      <p:transition spd="med" p14:dur="700" advTm="89804">
        <p:fade/>
      </p:transition>
    </mc:Choice>
    <mc:Fallback xmlns="">
      <p:transition spd="med" advTm="8980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1" grpId="0" animBg="1"/>
      <p:bldP spid="63" grpId="0"/>
      <p:bldP spid="68" grpId="0" animBg="1"/>
      <p:bldP spid="75" grpId="0" animBg="1"/>
      <p:bldP spid="83" grpId="0"/>
      <p:bldP spid="86" grpId="0" animBg="1"/>
      <p:bldP spid="87" grpId="0" animBg="1"/>
      <p:bldP spid="92" grpId="0"/>
      <p:bldP spid="93" grpId="0"/>
      <p:bldP spid="99" grpId="0"/>
      <p:bldP spid="100" grpId="0"/>
      <p:bldP spid="101" grpId="0"/>
      <p:bldP spid="105" grpId="0" animBg="1"/>
      <p:bldP spid="106" grpId="0" animBg="1"/>
      <p:bldP spid="107" grpId="0" animBg="1"/>
      <p:bldP spid="108" grpId="0" animBg="1"/>
      <p:bldP spid="109" grpId="0" animBg="1"/>
      <p:bldP spid="18" grpId="0" animBg="1"/>
      <p:bldP spid="69" grpId="0" animBg="1"/>
      <p:bldP spid="70" grpId="0" animBg="1"/>
      <p:bldP spid="71" grpId="0" animBg="1"/>
      <p:bldP spid="72" grpId="0" animBg="1"/>
      <p:bldP spid="73" grpId="0" animBg="1"/>
      <p:bldP spid="7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8CB31-D479-813F-1133-4DB5A2F61AE3}"/>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1A044C29-94DF-2A54-E966-F74CC3B8B0DF}"/>
              </a:ext>
            </a:extLst>
          </p:cNvPr>
          <p:cNvSpPr/>
          <p:nvPr/>
        </p:nvSpPr>
        <p:spPr>
          <a:xfrm>
            <a:off x="802432" y="2369975"/>
            <a:ext cx="8021381" cy="329517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C469D0-27D4-7479-20B3-B424DE886CDE}"/>
              </a:ext>
            </a:extLst>
          </p:cNvPr>
          <p:cNvSpPr>
            <a:spLocks noGrp="1"/>
          </p:cNvSpPr>
          <p:nvPr>
            <p:ph type="title"/>
          </p:nvPr>
        </p:nvSpPr>
        <p:spPr/>
        <p:txBody>
          <a:bodyPr/>
          <a:lstStyle/>
          <a:p>
            <a:r>
              <a:rPr lang="en-US" dirty="0"/>
              <a:t>Ethos-U Optimized Software Flow for </a:t>
            </a:r>
            <a:r>
              <a:rPr lang="en-US" dirty="0" err="1"/>
              <a:t>Tensorflow</a:t>
            </a:r>
            <a:r>
              <a:rPr lang="en-US" dirty="0"/>
              <a:t>/</a:t>
            </a:r>
            <a:r>
              <a:rPr lang="en-US" dirty="0" err="1"/>
              <a:t>PyTorch</a:t>
            </a:r>
            <a:endParaRPr lang="en-US" dirty="0"/>
          </a:p>
        </p:txBody>
      </p:sp>
      <p:sp>
        <p:nvSpPr>
          <p:cNvPr id="29" name="Text Placeholder 28">
            <a:extLst>
              <a:ext uri="{FF2B5EF4-FFF2-40B4-BE49-F238E27FC236}">
                <a16:creationId xmlns:a16="http://schemas.microsoft.com/office/drawing/2014/main" id="{9932E99C-CFB9-B2EB-9766-774541C1F639}"/>
              </a:ext>
            </a:extLst>
          </p:cNvPr>
          <p:cNvSpPr>
            <a:spLocks noGrp="1"/>
          </p:cNvSpPr>
          <p:nvPr>
            <p:ph type="body" sz="quarter" idx="13"/>
          </p:nvPr>
        </p:nvSpPr>
        <p:spPr/>
        <p:txBody>
          <a:bodyPr/>
          <a:lstStyle/>
          <a:p>
            <a:r>
              <a:rPr lang="en-US" dirty="0">
                <a:hlinkClick r:id="rId3"/>
              </a:rPr>
              <a:t>github.com/Arm-Examples#edge-ai-and-machine-learning</a:t>
            </a:r>
            <a:endParaRPr lang="en-US" dirty="0"/>
          </a:p>
        </p:txBody>
      </p:sp>
      <p:sp>
        <p:nvSpPr>
          <p:cNvPr id="4" name="Process 1">
            <a:extLst>
              <a:ext uri="{FF2B5EF4-FFF2-40B4-BE49-F238E27FC236}">
                <a16:creationId xmlns:a16="http://schemas.microsoft.com/office/drawing/2014/main" id="{4FCF63CE-1B35-24F1-B1FD-F082296A3DE8}"/>
              </a:ext>
            </a:extLst>
          </p:cNvPr>
          <p:cNvSpPr/>
          <p:nvPr/>
        </p:nvSpPr>
        <p:spPr>
          <a:xfrm>
            <a:off x="923731" y="2491274"/>
            <a:ext cx="3665055" cy="3089087"/>
          </a:xfrm>
          <a:prstGeom prst="flowChartProcess">
            <a:avLst/>
          </a:prstGeom>
          <a:solidFill>
            <a:schemeClr val="tx1">
              <a:lumMod val="50000"/>
              <a:lumOff val="5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defRPr/>
            </a:pPr>
            <a:r>
              <a:rPr lang="en-US" sz="1400" b="1" spc="400" dirty="0">
                <a:solidFill>
                  <a:srgbClr val="FFFFFF"/>
                </a:solidFill>
                <a:latin typeface="Lato" panose="020F0502020204030203" pitchFamily="34" charset="77"/>
                <a:ea typeface="ＭＳ Ｐゴシック" charset="0"/>
              </a:rPr>
              <a:t>HOST (OFFLINE)</a:t>
            </a:r>
          </a:p>
        </p:txBody>
      </p:sp>
      <p:sp>
        <p:nvSpPr>
          <p:cNvPr id="9" name="角丸四角形 6">
            <a:extLst>
              <a:ext uri="{FF2B5EF4-FFF2-40B4-BE49-F238E27FC236}">
                <a16:creationId xmlns:a16="http://schemas.microsoft.com/office/drawing/2014/main" id="{82936832-DE0D-BA67-8E68-B672BE7EFE4C}"/>
              </a:ext>
            </a:extLst>
          </p:cNvPr>
          <p:cNvSpPr/>
          <p:nvPr/>
        </p:nvSpPr>
        <p:spPr>
          <a:xfrm>
            <a:off x="2830531" y="2983743"/>
            <a:ext cx="1521097" cy="870217"/>
          </a:xfrm>
          <a:prstGeom prst="roundRect">
            <a:avLst>
              <a:gd name="adj" fmla="val 0"/>
            </a:avLst>
          </a:prstGeom>
          <a:solidFill>
            <a:schemeClr val="accent1"/>
          </a:solidFill>
          <a:ln w="15875">
            <a:noFill/>
          </a:ln>
        </p:spPr>
        <p:style>
          <a:lnRef idx="2">
            <a:schemeClr val="accent4"/>
          </a:lnRef>
          <a:fillRef idx="1">
            <a:schemeClr val="lt1"/>
          </a:fillRef>
          <a:effectRef idx="0">
            <a:schemeClr val="accent4"/>
          </a:effectRef>
          <a:fontRef idx="minor">
            <a:schemeClr val="dk1"/>
          </a:fontRef>
        </p:style>
        <p:txBody>
          <a:bodyPr lIns="121920" tIns="60960" rIns="121920" bIns="60960"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err="1">
                <a:ln>
                  <a:noFill/>
                </a:ln>
                <a:solidFill>
                  <a:srgbClr val="FFFFFF"/>
                </a:solidFill>
                <a:effectLst/>
                <a:uLnTx/>
                <a:uFillTx/>
                <a:latin typeface="Calibri"/>
                <a:ea typeface="Lato Light"/>
                <a:cs typeface="Calibri"/>
              </a:rPr>
              <a:t>Quantization</a:t>
            </a:r>
            <a:r>
              <a:rPr kumimoji="1" lang="sv-SE" altLang="ja-JP" sz="1600" b="0" i="0" u="none" strike="noStrike" kern="1200" cap="none" spc="0" normalizeH="0" baseline="0" noProof="0" dirty="0">
                <a:ln>
                  <a:noFill/>
                </a:ln>
                <a:solidFill>
                  <a:srgbClr val="FFFFFF"/>
                </a:solidFill>
                <a:effectLst/>
                <a:uLnTx/>
                <a:uFillTx/>
                <a:latin typeface="Calibri"/>
                <a:ea typeface="Lato Light"/>
                <a:cs typeface="Calibri"/>
              </a:rPr>
              <a:t> &amp; </a:t>
            </a:r>
            <a:r>
              <a:rPr kumimoji="1" lang="sv-SE" altLang="ja-JP" sz="1600" b="0" i="0" u="none" strike="noStrike" kern="1200" cap="none" spc="0" normalizeH="0" baseline="0" noProof="0" dirty="0" err="1">
                <a:ln>
                  <a:noFill/>
                </a:ln>
                <a:solidFill>
                  <a:srgbClr val="FFFFFF"/>
                </a:solidFill>
                <a:effectLst/>
                <a:uLnTx/>
                <a:uFillTx/>
                <a:latin typeface="Calibri"/>
                <a:ea typeface="Lato Light"/>
                <a:cs typeface="Calibri"/>
              </a:rPr>
              <a:t>Optimization</a:t>
            </a:r>
            <a:endParaRPr kumimoji="0" lang="sv-SE" altLang="ja-JP" sz="1600" b="0" i="0" u="none" strike="noStrike" kern="1200" cap="none" spc="0" normalizeH="0" baseline="0" noProof="0" dirty="0">
              <a:ln>
                <a:noFill/>
              </a:ln>
              <a:solidFill>
                <a:srgbClr val="FFFFFF"/>
              </a:solidFill>
              <a:effectLst/>
              <a:uLnTx/>
              <a:uFillTx/>
              <a:latin typeface="Calibri"/>
              <a:ea typeface="Lato Light"/>
              <a:cs typeface="Calibri"/>
            </a:endParaRPr>
          </a:p>
        </p:txBody>
      </p:sp>
      <p:sp>
        <p:nvSpPr>
          <p:cNvPr id="11" name="Process 65">
            <a:extLst>
              <a:ext uri="{FF2B5EF4-FFF2-40B4-BE49-F238E27FC236}">
                <a16:creationId xmlns:a16="http://schemas.microsoft.com/office/drawing/2014/main" id="{2A273938-131D-99FA-670C-949235DE00D4}"/>
              </a:ext>
            </a:extLst>
          </p:cNvPr>
          <p:cNvSpPr/>
          <p:nvPr/>
        </p:nvSpPr>
        <p:spPr>
          <a:xfrm>
            <a:off x="4828859" y="2491272"/>
            <a:ext cx="3892890" cy="3089087"/>
          </a:xfrm>
          <a:prstGeom prst="flowChartProcess">
            <a:avLst/>
          </a:prstGeom>
          <a:solidFill>
            <a:schemeClr val="bg2">
              <a:lumMod val="5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defRPr/>
            </a:pPr>
            <a:r>
              <a:rPr lang="en-US" sz="1400" b="1" spc="400" dirty="0">
                <a:solidFill>
                  <a:srgbClr val="FFFFFF"/>
                </a:solidFill>
                <a:latin typeface="Lato" panose="020F0502020204030203" pitchFamily="34" charset="77"/>
                <a:ea typeface="ＭＳ Ｐゴシック" charset="0"/>
              </a:rPr>
              <a:t>TARGET / DEVICE</a:t>
            </a:r>
          </a:p>
        </p:txBody>
      </p:sp>
      <p:sp>
        <p:nvSpPr>
          <p:cNvPr id="13" name="角丸四角形 6">
            <a:extLst>
              <a:ext uri="{FF2B5EF4-FFF2-40B4-BE49-F238E27FC236}">
                <a16:creationId xmlns:a16="http://schemas.microsoft.com/office/drawing/2014/main" id="{A60B54B0-3725-80A8-C9F3-40CB43AA62DE}"/>
              </a:ext>
            </a:extLst>
          </p:cNvPr>
          <p:cNvSpPr/>
          <p:nvPr/>
        </p:nvSpPr>
        <p:spPr>
          <a:xfrm rot="16200000">
            <a:off x="4067360" y="3938621"/>
            <a:ext cx="2401934" cy="424283"/>
          </a:xfrm>
          <a:prstGeom prst="roundRect">
            <a:avLst>
              <a:gd name="adj" fmla="val 0"/>
            </a:avLst>
          </a:prstGeom>
          <a:solidFill>
            <a:schemeClr val="accent4"/>
          </a:solidFill>
          <a:ln w="15875">
            <a:solidFill>
              <a:schemeClr val="accent4"/>
            </a:solidFill>
          </a:ln>
        </p:spPr>
        <p:style>
          <a:lnRef idx="2">
            <a:schemeClr val="accent4"/>
          </a:lnRef>
          <a:fillRef idx="1">
            <a:schemeClr val="lt1"/>
          </a:fillRef>
          <a:effectRef idx="0">
            <a:schemeClr val="accent4"/>
          </a:effectRef>
          <a:fontRef idx="minor">
            <a:schemeClr val="dk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dirty="0">
                <a:solidFill>
                  <a:sysClr val="windowText" lastClr="000000"/>
                </a:solidFill>
                <a:latin typeface="Calibri" panose="020F0502020204030204" pitchFamily="34" charset="0"/>
                <a:ea typeface="Lato Light" panose="020F0502020204030203" pitchFamily="34" charset="0"/>
                <a:cs typeface="Calibri" panose="020F0502020204030204" pitchFamily="34" charset="0"/>
              </a:rPr>
              <a:t>ML </a:t>
            </a:r>
            <a:r>
              <a:rPr kumimoji="1" lang="sv-SE" altLang="ja-JP" sz="1600" dirty="0" err="1">
                <a:solidFill>
                  <a:sysClr val="windowText" lastClr="000000"/>
                </a:solidFill>
                <a:latin typeface="Calibri" panose="020F0502020204030204" pitchFamily="34" charset="0"/>
                <a:ea typeface="Lato Light" panose="020F0502020204030203" pitchFamily="34" charset="0"/>
                <a:cs typeface="Calibri" panose="020F0502020204030204" pitchFamily="34" charset="0"/>
              </a:rPr>
              <a:t>Runtime</a:t>
            </a:r>
            <a:endParaRPr kumimoji="1" lang="ja-JP" altLang="en-US" sz="1600" b="0" i="0" u="none" strike="noStrike" kern="1200" cap="none" spc="0" normalizeH="0" baseline="0" noProof="0">
              <a:ln>
                <a:noFill/>
              </a:ln>
              <a:solidFill>
                <a:sysClr val="windowText" lastClr="000000"/>
              </a:solidFill>
              <a:effectLst/>
              <a:uLnTx/>
              <a:uFillTx/>
              <a:latin typeface="Calibri" panose="020F0502020204030204" pitchFamily="34" charset="0"/>
              <a:ea typeface="游ゴシック" panose="020B0400000000000000" pitchFamily="34" charset="-128"/>
              <a:cs typeface="Calibri" panose="020F0502020204030204" pitchFamily="34" charset="0"/>
            </a:endParaRPr>
          </a:p>
        </p:txBody>
      </p:sp>
      <p:sp>
        <p:nvSpPr>
          <p:cNvPr id="14" name="角丸四角形 7">
            <a:extLst>
              <a:ext uri="{FF2B5EF4-FFF2-40B4-BE49-F238E27FC236}">
                <a16:creationId xmlns:a16="http://schemas.microsoft.com/office/drawing/2014/main" id="{4A4BEEB3-6ABA-56BD-435A-F8B37D701949}"/>
              </a:ext>
            </a:extLst>
          </p:cNvPr>
          <p:cNvSpPr/>
          <p:nvPr/>
        </p:nvSpPr>
        <p:spPr>
          <a:xfrm>
            <a:off x="5761298" y="2949797"/>
            <a:ext cx="1268451" cy="1095353"/>
          </a:xfrm>
          <a:prstGeom prst="roundRect">
            <a:avLst>
              <a:gd name="adj" fmla="val 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CMSIS-NN</a:t>
            </a:r>
            <a:endParaRPr kumimoji="0" lang="en-US"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endParaRPr>
          </a:p>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err="1">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Optimized</a:t>
            </a:r>
            <a:r>
              <a:rPr kumimoji="1" lang="sv-SE" altLang="ja-JP"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 </a:t>
            </a:r>
            <a:r>
              <a:rPr kumimoji="1" lang="sv-SE" altLang="ja-JP" sz="1600" b="0" i="0" u="none" strike="noStrike" kern="1200" cap="none" spc="0" normalizeH="0" baseline="0" noProof="0" dirty="0" err="1">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Kernels</a:t>
            </a:r>
            <a:endParaRPr kumimoji="0" lang="en-US" altLang="ja-JP"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4FAB7E5-0E21-B079-B67A-C8A4D53F3621}"/>
              </a:ext>
            </a:extLst>
          </p:cNvPr>
          <p:cNvSpPr/>
          <p:nvPr/>
        </p:nvSpPr>
        <p:spPr>
          <a:xfrm>
            <a:off x="7291917" y="2949795"/>
            <a:ext cx="1293681" cy="109919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Cortex-M</a:t>
            </a:r>
          </a:p>
          <a:p>
            <a:pPr marL="0" marR="0" lvl="0" indent="0" algn="ctr" defTabSz="1218804"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CPU</a:t>
            </a:r>
          </a:p>
        </p:txBody>
      </p:sp>
      <p:sp>
        <p:nvSpPr>
          <p:cNvPr id="17" name="角丸四角形 7">
            <a:extLst>
              <a:ext uri="{FF2B5EF4-FFF2-40B4-BE49-F238E27FC236}">
                <a16:creationId xmlns:a16="http://schemas.microsoft.com/office/drawing/2014/main" id="{D4A8FE17-7D0E-A6ED-AC81-7C89A7A026BB}"/>
              </a:ext>
            </a:extLst>
          </p:cNvPr>
          <p:cNvSpPr/>
          <p:nvPr/>
        </p:nvSpPr>
        <p:spPr>
          <a:xfrm>
            <a:off x="7291917" y="4211312"/>
            <a:ext cx="1293681" cy="1140419"/>
          </a:xfrm>
          <a:prstGeom prst="roundRect">
            <a:avLst>
              <a:gd name="adj" fmla="val 0"/>
            </a:avLst>
          </a:prstGeom>
          <a:solidFill>
            <a:schemeClr val="accent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err="1">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Ethos</a:t>
            </a:r>
            <a:r>
              <a:rPr kumimoji="1" lang="sv-SE" altLang="ja-JP" sz="1600" b="0" i="0" u="none" strike="noStrike" kern="1200" cap="none" spc="0" normalizeH="0" baseline="0" noProof="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-U</a:t>
            </a:r>
          </a:p>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NPU</a:t>
            </a:r>
          </a:p>
        </p:txBody>
      </p:sp>
      <p:sp>
        <p:nvSpPr>
          <p:cNvPr id="18" name="角丸四角形 7">
            <a:extLst>
              <a:ext uri="{FF2B5EF4-FFF2-40B4-BE49-F238E27FC236}">
                <a16:creationId xmlns:a16="http://schemas.microsoft.com/office/drawing/2014/main" id="{308DED3E-3A0C-74DA-7E1C-9AA424063B8D}"/>
              </a:ext>
            </a:extLst>
          </p:cNvPr>
          <p:cNvSpPr/>
          <p:nvPr/>
        </p:nvSpPr>
        <p:spPr>
          <a:xfrm>
            <a:off x="5751967" y="4213659"/>
            <a:ext cx="1268451" cy="1138073"/>
          </a:xfrm>
          <a:prstGeom prst="roundRect">
            <a:avLst>
              <a:gd name="adj" fmla="val 0"/>
            </a:avLst>
          </a:prstGeom>
          <a:solidFill>
            <a:schemeClr val="accent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Ethos-U Driver</a:t>
            </a:r>
            <a:endParaRPr kumimoji="0" lang="en-US" altLang="ja-JP" sz="1600" b="0" i="0" u="none" strike="noStrike" kern="1200" cap="none" spc="0" normalizeH="0" baseline="0" noProof="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endParaRPr>
          </a:p>
        </p:txBody>
      </p:sp>
      <p:sp>
        <p:nvSpPr>
          <p:cNvPr id="20" name="角丸四角形 6">
            <a:extLst>
              <a:ext uri="{FF2B5EF4-FFF2-40B4-BE49-F238E27FC236}">
                <a16:creationId xmlns:a16="http://schemas.microsoft.com/office/drawing/2014/main" id="{E6453D9D-7C8A-4615-4482-436DC263D8B6}"/>
              </a:ext>
            </a:extLst>
          </p:cNvPr>
          <p:cNvSpPr/>
          <p:nvPr/>
        </p:nvSpPr>
        <p:spPr>
          <a:xfrm>
            <a:off x="2831636" y="4349453"/>
            <a:ext cx="1566699" cy="851168"/>
          </a:xfrm>
          <a:prstGeom prst="roundRect">
            <a:avLst>
              <a:gd name="adj" fmla="val 0"/>
            </a:avLst>
          </a:prstGeom>
          <a:solidFill>
            <a:schemeClr val="accent1">
              <a:lumMod val="75000"/>
            </a:schemeClr>
          </a:solidFill>
          <a:ln w="15875">
            <a:noFill/>
          </a:ln>
        </p:spPr>
        <p:style>
          <a:lnRef idx="2">
            <a:schemeClr val="accent4"/>
          </a:lnRef>
          <a:fillRef idx="1">
            <a:schemeClr val="lt1"/>
          </a:fillRef>
          <a:effectRef idx="0">
            <a:schemeClr val="accent4"/>
          </a:effectRef>
          <a:fontRef idx="minor">
            <a:schemeClr val="dk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panose="020F0502020204030203" pitchFamily="34" charset="0"/>
                <a:cs typeface="Calibri" panose="020F0502020204030204" pitchFamily="34" charset="0"/>
              </a:rPr>
              <a:t>Vela </a:t>
            </a:r>
            <a:r>
              <a:rPr kumimoji="1" lang="sv-SE" altLang="ja-JP" sz="1600" b="0" i="0" u="none" strike="noStrike" kern="1200" cap="none" spc="0" normalizeH="0" baseline="0" noProof="0" dirty="0" err="1">
                <a:ln>
                  <a:noFill/>
                </a:ln>
                <a:solidFill>
                  <a:srgbClr val="FFFFFF"/>
                </a:solidFill>
                <a:effectLst/>
                <a:uLnTx/>
                <a:uFillTx/>
                <a:latin typeface="Calibri" panose="020F0502020204030204" pitchFamily="34" charset="0"/>
                <a:ea typeface="Lato" panose="020F0502020204030203" pitchFamily="34" charset="0"/>
                <a:cs typeface="Calibri" panose="020F0502020204030204" pitchFamily="34" charset="0"/>
              </a:rPr>
              <a:t>Compiler</a:t>
            </a:r>
            <a:endPar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panose="020F0502020204030203" pitchFamily="34" charset="0"/>
              <a:cs typeface="Calibri" panose="020F0502020204030204" pitchFamily="34" charset="0"/>
            </a:endParaRPr>
          </a:p>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a:t>
            </a:r>
            <a:r>
              <a:rPr kumimoji="1" lang="sv-SE" altLang="ja-JP" sz="1600" b="0" i="0" u="none" strike="noStrike" kern="1200" cap="none" spc="0" normalizeH="0" baseline="0" noProof="0" dirty="0" err="1">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Optimize</a:t>
            </a:r>
            <a:r>
              <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 for </a:t>
            </a:r>
            <a:r>
              <a:rPr kumimoji="1" lang="sv-SE" altLang="ja-JP" sz="1600" b="0" i="0" u="none" strike="noStrike" kern="1200" cap="none" spc="0" normalizeH="0" baseline="0" noProof="0" dirty="0" err="1">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Ethos</a:t>
            </a:r>
            <a:r>
              <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-U NPU)</a:t>
            </a:r>
          </a:p>
        </p:txBody>
      </p:sp>
      <p:sp>
        <p:nvSpPr>
          <p:cNvPr id="26" name="Right Arrow 25">
            <a:extLst>
              <a:ext uri="{FF2B5EF4-FFF2-40B4-BE49-F238E27FC236}">
                <a16:creationId xmlns:a16="http://schemas.microsoft.com/office/drawing/2014/main" id="{C048DC5F-E549-3C22-7726-566FA656D911}"/>
              </a:ext>
            </a:extLst>
          </p:cNvPr>
          <p:cNvSpPr/>
          <p:nvPr/>
        </p:nvSpPr>
        <p:spPr>
          <a:xfrm>
            <a:off x="4344045" y="3226427"/>
            <a:ext cx="70280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7" name="Right Arrow 26">
            <a:extLst>
              <a:ext uri="{FF2B5EF4-FFF2-40B4-BE49-F238E27FC236}">
                <a16:creationId xmlns:a16="http://schemas.microsoft.com/office/drawing/2014/main" id="{19CEEC00-C71C-E28D-F369-386555FB7868}"/>
              </a:ext>
            </a:extLst>
          </p:cNvPr>
          <p:cNvSpPr/>
          <p:nvPr/>
        </p:nvSpPr>
        <p:spPr>
          <a:xfrm>
            <a:off x="4398335" y="4494356"/>
            <a:ext cx="637294"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3" name="Right Arrow 32">
            <a:extLst>
              <a:ext uri="{FF2B5EF4-FFF2-40B4-BE49-F238E27FC236}">
                <a16:creationId xmlns:a16="http://schemas.microsoft.com/office/drawing/2014/main" id="{5D652612-B781-2A6B-2C28-72AAA7CCCACB}"/>
              </a:ext>
            </a:extLst>
          </p:cNvPr>
          <p:cNvSpPr/>
          <p:nvPr/>
        </p:nvSpPr>
        <p:spPr>
          <a:xfrm>
            <a:off x="5489799" y="3246275"/>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4" name="Right Arrow 33">
            <a:extLst>
              <a:ext uri="{FF2B5EF4-FFF2-40B4-BE49-F238E27FC236}">
                <a16:creationId xmlns:a16="http://schemas.microsoft.com/office/drawing/2014/main" id="{1692C015-06FC-2665-93F7-0D8B7DAE5FE6}"/>
              </a:ext>
            </a:extLst>
          </p:cNvPr>
          <p:cNvSpPr/>
          <p:nvPr/>
        </p:nvSpPr>
        <p:spPr>
          <a:xfrm>
            <a:off x="5480468" y="4515090"/>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5" name="Right Arrow 34">
            <a:extLst>
              <a:ext uri="{FF2B5EF4-FFF2-40B4-BE49-F238E27FC236}">
                <a16:creationId xmlns:a16="http://schemas.microsoft.com/office/drawing/2014/main" id="{A1D85C2F-7060-6370-50A6-5ED2EDF5FE19}"/>
              </a:ext>
            </a:extLst>
          </p:cNvPr>
          <p:cNvSpPr/>
          <p:nvPr/>
        </p:nvSpPr>
        <p:spPr>
          <a:xfrm>
            <a:off x="7016575" y="3246275"/>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 name="Right Arrow 35">
            <a:extLst>
              <a:ext uri="{FF2B5EF4-FFF2-40B4-BE49-F238E27FC236}">
                <a16:creationId xmlns:a16="http://schemas.microsoft.com/office/drawing/2014/main" id="{F0F44984-D4E9-3FD5-0FBC-A0EC774430C6}"/>
              </a:ext>
            </a:extLst>
          </p:cNvPr>
          <p:cNvSpPr/>
          <p:nvPr/>
        </p:nvSpPr>
        <p:spPr>
          <a:xfrm>
            <a:off x="7007244" y="4515090"/>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 name="Right Arrow 36">
            <a:extLst>
              <a:ext uri="{FF2B5EF4-FFF2-40B4-BE49-F238E27FC236}">
                <a16:creationId xmlns:a16="http://schemas.microsoft.com/office/drawing/2014/main" id="{AEE69B1B-9918-FB4E-7694-612F7AF44772}"/>
              </a:ext>
            </a:extLst>
          </p:cNvPr>
          <p:cNvSpPr/>
          <p:nvPr/>
        </p:nvSpPr>
        <p:spPr>
          <a:xfrm rot="5400000">
            <a:off x="3342769" y="3831507"/>
            <a:ext cx="500112"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4" name="Right Arrow 32">
            <a:extLst>
              <a:ext uri="{FF2B5EF4-FFF2-40B4-BE49-F238E27FC236}">
                <a16:creationId xmlns:a16="http://schemas.microsoft.com/office/drawing/2014/main" id="{0D13819C-9F20-115D-E2CB-687B344C7C8B}"/>
              </a:ext>
            </a:extLst>
          </p:cNvPr>
          <p:cNvSpPr/>
          <p:nvPr/>
        </p:nvSpPr>
        <p:spPr>
          <a:xfrm>
            <a:off x="2532758" y="3200383"/>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 name="角丸四角形 6">
            <a:extLst>
              <a:ext uri="{FF2B5EF4-FFF2-40B4-BE49-F238E27FC236}">
                <a16:creationId xmlns:a16="http://schemas.microsoft.com/office/drawing/2014/main" id="{47935825-0EE0-9F16-CBB9-78D6714F99C6}"/>
              </a:ext>
            </a:extLst>
          </p:cNvPr>
          <p:cNvSpPr/>
          <p:nvPr/>
        </p:nvSpPr>
        <p:spPr>
          <a:xfrm>
            <a:off x="1102765" y="2983743"/>
            <a:ext cx="1446937" cy="870217"/>
          </a:xfrm>
          <a:prstGeom prst="roundRect">
            <a:avLst>
              <a:gd name="adj" fmla="val 0"/>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kumimoji="1" lang="sv-SE" altLang="ja-JP" sz="1600" dirty="0">
                <a:solidFill>
                  <a:srgbClr val="FFFFFF"/>
                </a:solidFill>
                <a:latin typeface="Calibri"/>
                <a:cs typeface="Calibri"/>
              </a:rPr>
              <a:t>ML</a:t>
            </a:r>
            <a:br>
              <a:rPr kumimoji="1" lang="sv-SE" altLang="ja-JP" sz="1600" dirty="0">
                <a:solidFill>
                  <a:srgbClr val="FFFFFF"/>
                </a:solidFill>
                <a:latin typeface="Calibri"/>
                <a:cs typeface="Calibri"/>
              </a:rPr>
            </a:br>
            <a:r>
              <a:rPr kumimoji="1" lang="sv-SE" altLang="ja-JP" sz="1600" dirty="0">
                <a:solidFill>
                  <a:srgbClr val="FFFFFF"/>
                </a:solidFill>
                <a:latin typeface="Calibri"/>
                <a:cs typeface="Calibri"/>
              </a:rPr>
              <a:t> Model</a:t>
            </a:r>
          </a:p>
        </p:txBody>
      </p:sp>
    </p:spTree>
    <p:extLst>
      <p:ext uri="{BB962C8B-B14F-4D97-AF65-F5344CB8AC3E}">
        <p14:creationId xmlns:p14="http://schemas.microsoft.com/office/powerpoint/2010/main" val="527080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6A9D5-CE8E-075A-6556-361460157CE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10F1926-8522-B05D-B4D2-620F64BC3AB2}"/>
              </a:ext>
            </a:extLst>
          </p:cNvPr>
          <p:cNvSpPr>
            <a:spLocks noGrp="1"/>
          </p:cNvSpPr>
          <p:nvPr>
            <p:ph type="body" sz="quarter" idx="13"/>
          </p:nvPr>
        </p:nvSpPr>
        <p:spPr/>
        <p:txBody>
          <a:bodyPr/>
          <a:lstStyle/>
          <a:p>
            <a:endParaRPr lang="en-US"/>
          </a:p>
        </p:txBody>
      </p:sp>
      <p:sp>
        <p:nvSpPr>
          <p:cNvPr id="8" name="TextBox 7">
            <a:extLst>
              <a:ext uri="{FF2B5EF4-FFF2-40B4-BE49-F238E27FC236}">
                <a16:creationId xmlns:a16="http://schemas.microsoft.com/office/drawing/2014/main" id="{F4EBAEAD-944A-517E-FFFC-E337F8392617}"/>
              </a:ext>
            </a:extLst>
          </p:cNvPr>
          <p:cNvSpPr txBox="1"/>
          <p:nvPr/>
        </p:nvSpPr>
        <p:spPr>
          <a:xfrm>
            <a:off x="4889770" y="1884445"/>
            <a:ext cx="2373550" cy="2046714"/>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b="1" dirty="0">
                <a:solidFill>
                  <a:schemeClr val="tx2"/>
                </a:solidFill>
                <a:latin typeface="+mn-lt"/>
                <a:ea typeface="+mn-ea"/>
              </a:rPr>
              <a:t>Installed tools and software:</a:t>
            </a:r>
          </a:p>
          <a:p>
            <a:pPr marL="168275" indent="-168275" algn="l" defTabSz="914400" rtl="0" eaLnBrk="1" latinLnBrk="0" hangingPunct="1">
              <a:lnSpc>
                <a:spcPct val="90000"/>
              </a:lnSpc>
              <a:spcBef>
                <a:spcPts val="0"/>
              </a:spcBef>
              <a:spcAft>
                <a:spcPts val="600"/>
              </a:spcAft>
              <a:buFont typeface="Arial" panose="020B0604020202020204" pitchFamily="34" charset="0"/>
              <a:buChar char="•"/>
              <a:tabLst>
                <a:tab pos="344488" algn="l"/>
              </a:tabLst>
            </a:pPr>
            <a:r>
              <a:rPr lang="en-US" sz="1100" dirty="0" err="1">
                <a:solidFill>
                  <a:schemeClr val="tx2"/>
                </a:solidFill>
                <a:latin typeface="+mn-lt"/>
                <a:ea typeface="+mn-ea"/>
              </a:rPr>
              <a:t>pyOCD</a:t>
            </a:r>
            <a:r>
              <a:rPr lang="en-US" sz="1100" dirty="0">
                <a:solidFill>
                  <a:schemeClr val="tx2"/>
                </a:solidFill>
                <a:latin typeface="+mn-lt"/>
                <a:ea typeface="+mn-ea"/>
              </a:rPr>
              <a:t> for flash download</a:t>
            </a:r>
            <a:br>
              <a:rPr lang="en-US" sz="1100" dirty="0">
                <a:solidFill>
                  <a:schemeClr val="tx2"/>
                </a:solidFill>
                <a:latin typeface="+mn-lt"/>
                <a:ea typeface="+mn-ea"/>
              </a:rPr>
            </a:br>
            <a:r>
              <a:rPr lang="en-US" sz="1100" dirty="0">
                <a:solidFill>
                  <a:schemeClr val="tx2"/>
                </a:solidFill>
                <a:latin typeface="+mn-lt"/>
                <a:ea typeface="+mn-ea"/>
              </a:rPr>
              <a:t>and test execution</a:t>
            </a:r>
          </a:p>
          <a:p>
            <a:pPr marL="168275" indent="-168275" algn="l" defTabSz="914400" rtl="0" eaLnBrk="1" latinLnBrk="0" hangingPunct="1">
              <a:lnSpc>
                <a:spcPct val="90000"/>
              </a:lnSpc>
              <a:spcBef>
                <a:spcPts val="0"/>
              </a:spcBef>
              <a:spcAft>
                <a:spcPts val="600"/>
              </a:spcAft>
              <a:buFont typeface="Arial" panose="020B0604020202020204" pitchFamily="34" charset="0"/>
              <a:buChar char="•"/>
              <a:tabLst>
                <a:tab pos="344488" algn="l"/>
              </a:tabLst>
            </a:pPr>
            <a:r>
              <a:rPr lang="en-US" sz="1100" dirty="0">
                <a:solidFill>
                  <a:schemeClr val="tx2"/>
                </a:solidFill>
                <a:latin typeface="+mn-lt"/>
                <a:ea typeface="+mn-ea"/>
              </a:rPr>
              <a:t>CMSIS-Toolbox for software</a:t>
            </a:r>
            <a:br>
              <a:rPr lang="en-US" sz="1100" dirty="0">
                <a:solidFill>
                  <a:schemeClr val="tx2"/>
                </a:solidFill>
                <a:latin typeface="+mn-lt"/>
                <a:ea typeface="+mn-ea"/>
              </a:rPr>
            </a:br>
            <a:r>
              <a:rPr lang="en-US" sz="1100" dirty="0">
                <a:solidFill>
                  <a:schemeClr val="tx2"/>
                </a:solidFill>
                <a:latin typeface="+mn-lt"/>
                <a:ea typeface="+mn-ea"/>
              </a:rPr>
              <a:t>pack installation</a:t>
            </a:r>
          </a:p>
          <a:p>
            <a:pPr marL="168275" indent="-168275" algn="l" defTabSz="914400" rtl="0" eaLnBrk="1" latinLnBrk="0" hangingPunct="1">
              <a:lnSpc>
                <a:spcPct val="90000"/>
              </a:lnSpc>
              <a:spcBef>
                <a:spcPts val="0"/>
              </a:spcBef>
              <a:spcAft>
                <a:spcPts val="600"/>
              </a:spcAft>
              <a:buFont typeface="Arial" panose="020B0604020202020204" pitchFamily="34" charset="0"/>
              <a:buChar char="•"/>
              <a:tabLst>
                <a:tab pos="344488" algn="l"/>
              </a:tabLst>
            </a:pPr>
            <a:r>
              <a:rPr lang="en-US" sz="1100" dirty="0">
                <a:solidFill>
                  <a:schemeClr val="tx2"/>
                </a:solidFill>
                <a:latin typeface="+mn-lt"/>
                <a:ea typeface="+mn-ea"/>
              </a:rPr>
              <a:t>DFP and BSP software packs for flash programming and debug connection </a:t>
            </a:r>
          </a:p>
          <a:p>
            <a:pPr marL="168275" indent="-168275" algn="l" defTabSz="914400" rtl="0" eaLnBrk="1" latinLnBrk="0" hangingPunct="1">
              <a:lnSpc>
                <a:spcPct val="90000"/>
              </a:lnSpc>
              <a:spcBef>
                <a:spcPts val="0"/>
              </a:spcBef>
              <a:spcAft>
                <a:spcPts val="600"/>
              </a:spcAft>
              <a:buFont typeface="Arial" panose="020B0604020202020204" pitchFamily="34" charset="0"/>
              <a:buChar char="•"/>
              <a:tabLst>
                <a:tab pos="344488" algn="l"/>
              </a:tabLst>
            </a:pPr>
            <a:r>
              <a:rPr lang="en-US" sz="1100" dirty="0">
                <a:solidFill>
                  <a:schemeClr val="tx2"/>
                </a:solidFill>
                <a:latin typeface="+mn-lt"/>
                <a:ea typeface="+mn-ea"/>
              </a:rPr>
              <a:t>SDSIO-Server (optional) for running test using SDS-Framework</a:t>
            </a:r>
          </a:p>
          <a:p>
            <a:pPr marL="168275" indent="-168275" algn="l" defTabSz="914400" rtl="0" eaLnBrk="1" latinLnBrk="0" hangingPunct="1">
              <a:lnSpc>
                <a:spcPct val="90000"/>
              </a:lnSpc>
              <a:spcBef>
                <a:spcPts val="0"/>
              </a:spcBef>
              <a:spcAft>
                <a:spcPts val="600"/>
              </a:spcAft>
              <a:buFont typeface="Arial" panose="020B0604020202020204" pitchFamily="34" charset="0"/>
              <a:buChar char="•"/>
              <a:tabLst>
                <a:tab pos="344488" algn="l"/>
              </a:tabLst>
            </a:pPr>
            <a:endParaRPr lang="en-US" sz="2100" kern="1200" dirty="0">
              <a:solidFill>
                <a:schemeClr val="tx2"/>
              </a:solidFill>
              <a:latin typeface="+mn-lt"/>
              <a:ea typeface="+mn-ea"/>
              <a:cs typeface="+mn-cs"/>
            </a:endParaRPr>
          </a:p>
        </p:txBody>
      </p:sp>
      <p:pic>
        <p:nvPicPr>
          <p:cNvPr id="10" name="Picture 9">
            <a:extLst>
              <a:ext uri="{FF2B5EF4-FFF2-40B4-BE49-F238E27FC236}">
                <a16:creationId xmlns:a16="http://schemas.microsoft.com/office/drawing/2014/main" id="{6BC58DEC-E49B-BEA9-9365-D803F879A067}"/>
              </a:ext>
            </a:extLst>
          </p:cNvPr>
          <p:cNvPicPr>
            <a:picLocks noChangeAspect="1"/>
          </p:cNvPicPr>
          <p:nvPr/>
        </p:nvPicPr>
        <p:blipFill>
          <a:blip r:embed="rId2"/>
          <a:stretch>
            <a:fillRect/>
          </a:stretch>
        </p:blipFill>
        <p:spPr>
          <a:xfrm>
            <a:off x="879771" y="1877960"/>
            <a:ext cx="3960446" cy="3572828"/>
          </a:xfrm>
          <a:prstGeom prst="rect">
            <a:avLst/>
          </a:prstGeom>
        </p:spPr>
      </p:pic>
      <p:sp>
        <p:nvSpPr>
          <p:cNvPr id="11" name="TextBox 10">
            <a:extLst>
              <a:ext uri="{FF2B5EF4-FFF2-40B4-BE49-F238E27FC236}">
                <a16:creationId xmlns:a16="http://schemas.microsoft.com/office/drawing/2014/main" id="{7BD20E6A-3D9F-1BD3-D239-9F64D8C5F55D}"/>
              </a:ext>
            </a:extLst>
          </p:cNvPr>
          <p:cNvSpPr txBox="1"/>
          <p:nvPr/>
        </p:nvSpPr>
        <p:spPr>
          <a:xfrm>
            <a:off x="4872642" y="4270441"/>
            <a:ext cx="2373550" cy="1067985"/>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b="1" dirty="0">
                <a:solidFill>
                  <a:schemeClr val="tx2"/>
                </a:solidFill>
                <a:latin typeface="+mn-lt"/>
                <a:ea typeface="+mn-ea"/>
              </a:rPr>
              <a:t>Example test target board:</a:t>
            </a:r>
          </a:p>
          <a:p>
            <a:pPr marL="168275" indent="-168275" algn="l" defTabSz="914400" rtl="0" eaLnBrk="1" latinLnBrk="0" hangingPunct="1">
              <a:lnSpc>
                <a:spcPct val="90000"/>
              </a:lnSpc>
              <a:spcBef>
                <a:spcPts val="0"/>
              </a:spcBef>
              <a:spcAft>
                <a:spcPts val="600"/>
              </a:spcAft>
              <a:buFont typeface="Arial" panose="020B0604020202020204" pitchFamily="34" charset="0"/>
              <a:buChar char="•"/>
              <a:tabLst>
                <a:tab pos="344488" algn="l"/>
              </a:tabLst>
            </a:pPr>
            <a:r>
              <a:rPr lang="en-US" sz="1100" dirty="0">
                <a:solidFill>
                  <a:schemeClr val="tx2"/>
                </a:solidFill>
                <a:latin typeface="+mn-lt"/>
                <a:ea typeface="+mn-ea"/>
              </a:rPr>
              <a:t>Connects via CMSIS-DAP debug adapter or ST-Link to Raspberry Pi 5 for flash download and test execution</a:t>
            </a:r>
          </a:p>
          <a:p>
            <a:pPr marL="168275" indent="-168275" algn="l" defTabSz="914400" rtl="0" eaLnBrk="1" latinLnBrk="0" hangingPunct="1">
              <a:lnSpc>
                <a:spcPct val="90000"/>
              </a:lnSpc>
              <a:spcBef>
                <a:spcPts val="0"/>
              </a:spcBef>
              <a:spcAft>
                <a:spcPts val="600"/>
              </a:spcAft>
              <a:buFont typeface="Arial" panose="020B0604020202020204" pitchFamily="34" charset="0"/>
              <a:buChar char="•"/>
              <a:tabLst>
                <a:tab pos="344488" algn="l"/>
              </a:tabLst>
            </a:pPr>
            <a:r>
              <a:rPr lang="en-US" sz="1100" dirty="0">
                <a:solidFill>
                  <a:schemeClr val="tx2"/>
                </a:solidFill>
                <a:latin typeface="+mn-lt"/>
                <a:ea typeface="+mn-ea"/>
              </a:rPr>
              <a:t>Additional USB connection may be used for SDSIO-Server (optional)</a:t>
            </a:r>
          </a:p>
        </p:txBody>
      </p:sp>
    </p:spTree>
    <p:extLst>
      <p:ext uri="{BB962C8B-B14F-4D97-AF65-F5344CB8AC3E}">
        <p14:creationId xmlns:p14="http://schemas.microsoft.com/office/powerpoint/2010/main" val="315814053"/>
      </p:ext>
    </p:extLst>
  </p:cSld>
  <p:clrMapOvr>
    <a:masterClrMapping/>
  </p:clrMapOvr>
</p:sld>
</file>

<file path=ppt/theme/theme1.xml><?xml version="1.0" encoding="utf-8"?>
<a:theme xmlns:a="http://schemas.openxmlformats.org/drawingml/2006/main" name="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Presentation37" id="{BAEDCA4E-07D3-CF45-8582-069B713BBD79}" vid="{B429C1B6-4366-0543-9EF0-CA4016DA91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2.xml><?xml version="1.0" encoding="utf-8"?>
<ds:datastoreItem xmlns:ds="http://schemas.openxmlformats.org/officeDocument/2006/customXml" ds:itemID="{5675509F-A6F5-4147-861D-E4CC99F48FA5}">
  <ds:schemaRefs>
    <ds:schemaRef ds:uri="c0950e01-db07-4e41-9c32-b7a8e9fccc9b"/>
    <ds:schemaRef ds:uri="f2ad5090-61a8-4b8c-ab70-68f4ff4d19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3/field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61D4E06-5D3F-4994-A4A7-4BA626FA722D}">
  <ds:schemaRefs>
    <ds:schemaRef ds:uri="c0950e01-db07-4e41-9c32-b7a8e9fccc9b"/>
    <ds:schemaRef ds:uri="http://purl.org/dc/elements/1.1/"/>
    <ds:schemaRef ds:uri="http://schemas.microsoft.com/office/2006/metadata/properties"/>
    <ds:schemaRef ds:uri="http://schemas.microsoft.com/office/2006/documentManagement/types"/>
    <ds:schemaRef ds:uri="f2ad5090-61a8-4b8c-ab70-68f4ff4d1933"/>
    <ds:schemaRef ds:uri="http://schemas.microsoft.com/sharepoint/v3"/>
    <ds:schemaRef ds:uri="http://purl.org/dc/terms/"/>
    <ds:schemaRef ds:uri="http://schemas.openxmlformats.org/package/2006/metadata/core-properties"/>
    <ds:schemaRef ds:uri="http://purl.org/dc/dcmitype/"/>
    <ds:schemaRef ds:uri="http://schemas.microsoft.com/office/infopath/2007/PartnerControls"/>
    <ds:schemaRef ds:uri="http://schemas.microsoft.com/sharepoint/v3/fields"/>
    <ds:schemaRef ds:uri="http://www.w3.org/XML/1998/namespace"/>
  </ds:schemaRefs>
</ds:datastoreItem>
</file>

<file path=customXml/itemProps4.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5.xml><?xml version="1.0" encoding="utf-8"?>
<ds:datastoreItem xmlns:ds="http://schemas.openxmlformats.org/officeDocument/2006/customXml" ds:itemID="{C959113B-7FA4-40AB-AF85-5C5588D4771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Arm_2021</Template>
  <TotalTime>36297</TotalTime>
  <Words>395</Words>
  <Application>Microsoft Office PowerPoint</Application>
  <PresentationFormat>Widescreen</PresentationFormat>
  <Paragraphs>73</Paragraphs>
  <Slides>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ＭＳ Ｐゴシック</vt:lpstr>
      <vt:lpstr>Aeonik</vt:lpstr>
      <vt:lpstr>Aeonik Fono</vt:lpstr>
      <vt:lpstr>Arial</vt:lpstr>
      <vt:lpstr>Calibri</vt:lpstr>
      <vt:lpstr>Lato</vt:lpstr>
      <vt:lpstr>Wingdings</vt:lpstr>
      <vt:lpstr>Arm_PPT_Public</vt:lpstr>
      <vt:lpstr>PowerPoint Presentation</vt:lpstr>
      <vt:lpstr>PowerPoint Presentation</vt:lpstr>
      <vt:lpstr>Ethos-U Optimized Software Flow for Tensorflow/PyTorch</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Audio Buffer Handling</dc:title>
  <dc:subject/>
  <dc:creator>Reinhard Keil</dc:creator>
  <cp:keywords/>
  <dc:description/>
  <cp:lastModifiedBy>Reinhard Keil</cp:lastModifiedBy>
  <cp:revision>72</cp:revision>
  <dcterms:created xsi:type="dcterms:W3CDTF">2021-06-28T15:12:17Z</dcterms:created>
  <dcterms:modified xsi:type="dcterms:W3CDTF">2026-05-29T08:14:54Z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